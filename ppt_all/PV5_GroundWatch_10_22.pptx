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11장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50" name="TextBox 50"/>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53" name="TextBox 53"/>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56" name="TextBox 56"/>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59" name="TextBox 59"/>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62" name="TextBox 62"/>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2102756"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3" name="TextBox 33"/>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8" name="spec"/>
          <p:cNvGrpSpPr/>
          <p:nvPr/>
        </p:nvGrpSpPr>
        <p:grpSpPr>
          <a:xfrm>
            <a:off x="6622923" y="1466850"/>
            <a:ext cx="5035677" cy="3774059"/>
            <a:chOff x="6622923" y="1466850"/>
            <a:chExt cx="5035677" cy="3774059"/>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600kg</a:t>
              </a:r>
            </a:p>
          </p:txBody>
        </p:sp>
        <p:sp>
          <p:nvSpPr>
            <p:cNvPr id="41" name="TextBox 41"/>
            <p:cNvSpPr txBox="1"/>
            <p:nvPr/>
          </p:nvSpPr>
          <p:spPr>
            <a:xfrm>
              <a:off x="8243316" y="2139950"/>
              <a:ext cx="238536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약 300kg + 2인 약 150kg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3316" y="2863850"/>
              <a:ext cx="174101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시동 없이 GPR·컴퓨터 운용</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3316" y="3587750"/>
              <a:ext cx="169274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7552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PIM 제어기 · Pleos Connect 내비 API</a:t>
              </a:r>
            </a:p>
          </p:txBody>
        </p:sp>
        <p:sp>
          <p:nvSpPr>
            <p:cNvPr id="53" name="TextBox 53"/>
            <p:cNvSpPr txBox="1"/>
            <p:nvPr/>
          </p:nvSpPr>
          <p:spPr>
            <a:xfrm>
              <a:off x="8243316" y="4311650"/>
              <a:ext cx="242070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복제</a:t>
              </a:r>
            </a:p>
          </p:txBody>
        </p:sp>
        <p:sp>
          <p:nvSpPr>
            <p:cNvPr id="56" name="TextBox 56"/>
            <p:cNvSpPr txBox="1"/>
            <p:nvPr/>
          </p:nvSpPr>
          <p:spPr>
            <a:xfrm>
              <a:off x="8242554" y="4781550"/>
              <a:ext cx="29274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(차량 3D 데이터·인증자료)</a:t>
              </a:r>
            </a:p>
          </p:txBody>
        </p:sp>
        <p:sp>
          <p:nvSpPr>
            <p:cNvPr id="57" name="TextBox 57"/>
            <p:cNvSpPr txBox="1"/>
            <p:nvPr/>
          </p:nvSpPr>
          <p:spPr>
            <a:xfrm>
              <a:off x="8243316" y="5035550"/>
              <a:ext cx="211679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같은 사양의 탐사실을 지자체별로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8860630" cy="191643"/>
            <a:chOff x="528447" y="6381750"/>
            <a:chExt cx="8860630" cy="191643"/>
          </a:xfrm>
        </p:grpSpPr>
        <p:sp>
          <p:nvSpPr>
            <p:cNvPr id="62" name="TextBox 62"/>
            <p:cNvSpPr txBox="1"/>
            <p:nvPr/>
          </p:nvSpPr>
          <p:spPr>
            <a:xfrm>
              <a:off x="528447" y="6381750"/>
              <a:ext cx="88606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 V2L 3.6kW 해외 제원 · 내부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 원)입니다.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484427"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797061"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05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11135487" cy="408559"/>
            <a:chOff x="604266" y="6337300"/>
            <a:chExt cx="111354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112657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2026-10-22T17:13:35Z</dcterms:created>
  <dcterms:modified xsi:type="dcterms:W3CDTF">2026-10-22T17:13:35Z</dcterms:modified>
  <cp:category/>
  <cp:contentStatus/>
</cp:coreProperties>
</file>