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5240000" cy="85725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96" d="100"/>
          <a:sy n="96"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 사람이 일상을 지나던 중 목숨을 잃었습니다. GroundWatch는 이 사고를 단 한 번에 예측하겠다는 기술이 아닙니다. 같은 길을 반복해서 보고, 어제와 달라진 신호를 더 일찍 발견하기 위한 시스템입니다. 이 사고를 본 시스템으로 예방할 수 있었다고 주장하지 않습니다.</a:t>
            </a:r>
          </a:p>
          <a:p>
            <a:r>
              <a:t>출처</a:t>
            </a:r>
          </a:p>
          <a:p>
            <a:r>
              <a:t>https://www.korea.kr/news/policyNewsView.do?newsId=156732996</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명일동 사례는 반복 관측의 필요성을 설명하는 사례이며, 본 제안의 탐지 성능을 입증하는 사례가 아닙니다. 사고 원인과 얕은 공동 발생 메커니즘은 구분합니다.</a:t>
            </a:r>
          </a:p>
          <a:p>
            <a:r>
              <a:t>출처</a:t>
            </a:r>
          </a:p>
          <a:p>
            <a:r>
              <a:t>https://www.korea.kr/news/policyNewsView.do?newsId=156732996</a:t>
            </a:r>
          </a:p>
          <a:p>
            <a:r>
              <a:t>https://www.molit.go.kr/USR/NEWS/m_71/dtl.jsp?id=95091472&amp;lcmspage=8</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지하수와 지질 조건도 영향을 줍니다. 모든 땅꺼짐이 이 단일 과정으로 발생하는 것은 아닙니다. 도해는 일반적인 도로 공동의 설명입니다.</a:t>
            </a:r>
          </a:p>
          <a:p>
            <a:r>
              <a:t>출처</a:t>
            </a:r>
          </a:p>
          <a:p>
            <a:r>
              <a:t>https://world.seoul.go.kr/seoul-responds-to-578-cavities-detected-from-gpr-surveys-across-7169-km-publicly-disclosing-each-location/</a:t>
            </a:r>
          </a:p>
          <a:p>
            <a:r>
              <a:t>제안 기능은 상용 구현을 확인한 제품 사양이 아닙니다. [가설], [실증 필요], [추가 확인 필요] 표기를 구분해 설명합니다.</a:t>
            </a:r>
          </a:p>
          <a:p>
            <a:br/>
            <a:r>
              <a:t>이미지: AI 생성, 일반적인 얕은 도로 공동 발생 개념도.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서울시가 이미 GPR 탐사와 공동 복구 이력을 관리하고 있음을 인정합니다. 기존 탐사가 모두 단발성이거나 변화 관리 기능이 전혀 없다고 단정하지 않습니다. 반복 순찰의 추가 가치와 기관 수요는 담당 부서 인터뷰로 검증합니다.</a:t>
            </a:r>
          </a:p>
          <a:p>
            <a:r>
              <a:t>출처</a:t>
            </a:r>
          </a:p>
          <a:p>
            <a:r>
              <a:t>https://world.seoul.go.kr/seoul-responds-to-578-cavities-detected-from-gpr-surveys-across-7169-km-publicly-disclosing-each-location/</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핵심은 측정 횟수만 늘리는 것이 아니라, 비교 가능한 데이터를 쌓고 사람이 현장에서 확인할 업무로 연결하는 것입니다. 조기 발견 가능성은 실증이 필요합니다.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반복 측정과 위치 정합을 먼저 확보합니다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운행 시간은 실제 교통량과 허가 조건으로 정합니다. 조사 속도와 반복 주기는 센서 성능, 노면 상태, 수요기관 요구를 확인한 뒤 결정합니다. 새벽 운행이 보행자 안전 조치를 대체하지 않습니다.</a:t>
            </a:r>
          </a:p>
          <a:p>
            <a:r>
              <a:t>출처</a:t>
            </a:r>
          </a:p>
          <a:p>
            <a:r>
              <a:t>제안 기능은 상용 구현을 확인한 제품 사양이 아닙니다. [가설], [실증 필요], [추가 확인 필요] 표기를 구분해 설명합니다.</a:t>
            </a:r>
          </a:p>
          <a:p>
            <a:br/>
            <a:r>
              <a:t>이미지: AI 생성 가상 도시. 실제 서울 지도나 확정 순찰 경로가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장착 위치와 센서 모델은 개념 설계입니다. GPR 탐지 깊이와 해상도는 안테나 주파수, 지반 전도도, 수분, 속도 등에 따라 달라집니다. 영상만으로 지하 공동을 판정하지 않습니다.</a:t>
            </a:r>
          </a:p>
          <a:p>
            <a:r>
              <a:t>출처</a:t>
            </a:r>
          </a:p>
          <a:p>
            <a:r>
              <a:t>제안 기능은 상용 구현을 확인한 제품 사양이 아닙니다. [가설], [실증 필요], [추가 확인 필요] 표기를 구분해 설명합니다.</a:t>
            </a:r>
          </a:p>
          <a:p>
            <a:r>
              <a:t>기술 출처: https://www.geophysical.com/support</a:t>
            </a:r>
          </a:p>
          <a:p>
            <a:br/>
            <a:r>
              <a:t>이미지: AI 생성 센서 장착 콘셉트. 실제 승인된 장착 설계가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센서 간 시간 오차와 횡방향 주행 오차는 가짜 변화를 만들 수 있습니다. 좌표만 같다고 동일한 탐사 단면이라고 보지 않습니다. 정합 신뢰도가 낮으면 비교 불가로 표시하고 재측정합니다.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장비 배치는 제안이며 실제 장비 치수, 총중량, 축하중, 고정 강도, 열관리와 동선을 확인해야 합니다. 태블릿과 iPad는 핵심 장비에서 제외합니다. 그림의 수동 GPR 화면은 장비 제어부를 표현한 것이며 태블릿을 핵심 운용 단말로 제안하지 않습니다. 보조 단말은 AR 장애 시 유지보수용 선택 장비입니다. 이미지: built-in ImageGen 생성 배치 콘셉트.</a:t>
            </a:r>
          </a:p>
          <a:p>
            <a:r>
              <a:t>출처</a:t>
            </a:r>
          </a:p>
          <a:p>
            <a:r>
              <a:t>https://www.kia.com/kr/vehicles/pv5-cargo/features</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PV5의 전기 구동, 카고룸 V2L, 디스플레이는 공식 자료로 확인했습니다. 저소음은 무소음을 뜻하지 않으며 타이어와 경고음도 고려합니다. 고정 장비가 정합 정확도를 자동 보장하지 않습니다. AAOS 앱 배포, 차량 데이터 접근, 관제 API는 추가 확인이 필요합니다.</a:t>
            </a:r>
          </a:p>
          <a:p>
            <a:r>
              <a:t>출처</a:t>
            </a:r>
          </a:p>
          <a:p>
            <a:r>
              <a:t>https://www.kia.com/kr/vehicles/pv5-cargo/features</a:t>
            </a:r>
          </a:p>
          <a:p>
            <a:r>
              <a:t>https://cpo.kia.com/news/detail/?id=298</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AI는 공동을 확정하지 않고 재확인 후보를 제시합니다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환경 차이와 장비 설정 차이를 먼저 통제합니다. 강우·수분·노면 보수·매설물 변화는 공동 없이도 신호 변화를 만들 수 있습니다. 정합과 품질 확인을 생략한 단순 차영상 비교는 피합니다.</a:t>
            </a:r>
          </a:p>
          <a:p>
            <a:r>
              <a:t>출처</a:t>
            </a:r>
          </a:p>
          <a:p>
            <a:r>
              <a:t>제안 기능은 상용 구현을 확인한 제품 사양이 아닙니다. [가설], [실증 필요], [추가 확인 필요] 표기를 구분해 설명합니다.</a:t>
            </a:r>
          </a:p>
          <a:p>
            <a:r>
              <a:t>기술 출처: https://www.geophysical.com/whatisgpr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신호 면적이나 반사 세기의 증가를 공동의 실제 크기 증가와 동일시하지 않습니다. 지하 구조 해석과 수동 탐사 등 추가 검증을 수행합니다.</a:t>
            </a:r>
          </a:p>
          <a:p>
            <a:r>
              <a:t>출처</a:t>
            </a:r>
          </a:p>
          <a:p>
            <a:r>
              <a:t>제안 기능은 상용 구현을 확인한 제품 사양이 아닙니다. [가설], [실증 필요], [추가 확인 필요] 표기를 구분해 설명합니다.</a:t>
            </a:r>
          </a:p>
          <a:p>
            <a:br/>
            <a:r>
              <a:t>이미지: AI 생성 합성 GPR 개념 영상. 공동 크기나 실제 탐지 결과를 의미하지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주행 중 운전자에게 GPR 단면 해석이나 복잡한 조작을 요구하지 않습니다. 알림은 동승 조사 담당자와 관제에도 전달합니다. GroundWatch 앱은 개발 제안이며 기아가 승인한 앱이 아닙니다.</a:t>
            </a:r>
          </a:p>
          <a:p>
            <a:r>
              <a:t>출처</a:t>
            </a:r>
          </a:p>
          <a:p>
            <a:r>
              <a:t>https://cpo.kia.com/news/detail/?id=298</a:t>
            </a:r>
          </a:p>
          <a:p>
            <a:r>
              <a:t>https://www.kia.com/kr/vehicles/pv5-cargo/features</a:t>
            </a:r>
          </a:p>
          <a:p>
            <a:r>
              <a:t>제안 기능은 상용 구현을 확인한 제품 사양이 아닙니다. [가설], [실증 필요], [추가 확인 필요] 표기를 구분해 설명합니다.</a:t>
            </a:r>
          </a:p>
          <a:p>
            <a:r>
              <a:t>AAOS UX 출처: https://source.android.com/docs/automotive/driver_distraction/car_uxr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차량 탐사 결과가 수동 탐사와 조치 기록으로 연결됩니다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AR은 실제 지하 공동을 직접 보는 기능이 아닙니다. 추정 위치, 작업 범위, 이전 기록을 안내합니다. 허용 위치 오차는 현장 기준에 맞춰 정하고 실증합니다. 이미지: built-in ImageGen 생성 현장 시나리오이며 실제 운용 사례가 아닙니다.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관로 내시경은 접근 가능한 관로 조사에 사용합니다. 모든 공동을 내시경으로 바로 확인할 수 있다고 표현하지 않습니다. 굴착, 천공, 통제는 관계기관 승인과 안전 절차에 따릅니다.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도로·관로·철도 기관의 데이터 연계는 권한과 계약이 필요합니다. 얼굴과 차량번호 등 영상 개인정보는 수집 최소화, 비식별 처리, 접근 통제와 보존기간을 설계합니다. 원본 데이터와 AI 판단 이력을 함께 보관합니다.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정확도, 탐지 깊이, 조사 속도, 비용 절감률을 임의로 제시하지 않습니다. 변경 없는 구간과 환경만 바뀐 구간을 포함하고, 학습 구간과 평가 구간을 분리합니다. 안전한 시험장과 기존 조사 결과를 활용해 정답 데이터를 확보합니다.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 번의 발견을 전체 사고 예방 효과로 확대해석하지 않습니다. 예방 효과는 장기 추적과 기존 업무와의 비교를 통해 평가합니다. 숫자 목표는 현재 제안하지 않았습니다.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고객은 수요 가설이며 계약이나 도입 의향을 확인한 상태가 아닙니다. 공공 조달 요건, 조사 자격, 정보보안, 기존 용역의 업무 범위를 확인해야 합니다. 비용은 차량·센서·개조·인력·정비·소프트웨어 견적을 받아 산정합니다.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[가설] 실증한 구간부터 차량과 기관을 늘립니다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차량 대수만 늘리면 센서 차이로 변화 비교가 왜곡될 수 있습니다. 장비 설정, 정기 보정, 공통 데이터 규격과 품질 기준을 먼저 마련합니다. 철도 운영기관에는 철도 인접 도로 등 접근 가능한 구간의 감시부터 제안하며 PV5의 선로 운행을 뜻하지 않습니다.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 번의 관측이 모든 위험을 해결할 수는 없습니다. 같은 길을 반복해서 보고, 달라진 신호를 확인하고, 담당자의 조치까지 연결하겠습니다. 이미지: built-in ImageGen으로 생성한 콘셉트이며 공식 차량 사진이나 실제 사고 현장이 아닙니다.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센서는 별도 전원·데이터 계통으로 설계하고 차량 제어 계통과 분리합니다. 실제 전력·중량 예산은 선정된 장비의 사양서로 계산합니다.</a:t>
            </a:r>
          </a:p>
          <a:p>
            <a:r>
              <a:t>출처</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설명 범위는 얕은 도로 공동의 반복 관측과 변화 관리입니다. 심층 지질·터널·지하수 계측은 별도 조사와 기관 관리체계가 필요합니다.</a:t>
            </a:r>
          </a:p>
          <a:p>
            <a:r>
              <a:t>출처</a:t>
            </a:r>
          </a:p>
          <a:p>
            <a:r>
              <a:t>https://www.korea.kr/news/policyNewsView.do?newsId=156732996</a:t>
            </a:r>
          </a:p>
          <a:p>
            <a:r>
              <a:t>https://world.seoul.go.kr/seoul-responds-to-578-cavities-detected-from-gpr-surveys-across-7169-km-publicly-disclosing-each-location/</a:t>
            </a:r>
          </a:p>
          <a:p>
            <a:r>
              <a:t>https://www.kia.com/kr/vehicles/pv5-cargo/features</a:t>
            </a:r>
          </a:p>
          <a:p>
            <a:r>
              <a:t>https://cpo.kia.com/news/detail/?id=298</a:t>
            </a:r>
          </a:p>
          <a:p>
            <a:r>
              <a:t>제안 기능은 상용 구현을 확인한 제품 사양이 아닙니다. [가설], [실증 필요], [추가 확인 필요] 표기를 구분해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자료 열람 기준: 2026.10.10. 각 슬라이드 발표자 노트에 해당 출처와 구현상 한계를 기록했습니다. 기아 AAOS 출처: https://cpo.kia.com/news/detail/?id=298</a:t>
            </a:r>
          </a:p>
          <a:p>
            <a:r>
              <a:t>출처</a:t>
            </a:r>
          </a:p>
          <a:p>
            <a:r>
              <a:t>https://www.korea.kr/news/policyNewsView.do?newsId=156732996</a:t>
            </a:r>
          </a:p>
          <a:p>
            <a:r>
              <a:t>https://www.molit.go.kr/USR/NEWS/m_71/dtl.jsp?id=95091472&amp;lcmspage=8</a:t>
            </a:r>
          </a:p>
          <a:p>
            <a:r>
              <a:t>https://world.seoul.go.kr/seoul-responds-to-578-cavities-detected-from-gpr-surveys-across-7169-km-publicly-disclosing-each-location/</a:t>
            </a:r>
          </a:p>
          <a:p>
            <a:r>
              <a:t>https://www.kia.com/kr/vehicles/pv5-cargo/features</a:t>
            </a:r>
          </a:p>
          <a:p>
            <a:r>
              <a:t>https://cpo.kia.com/news/detail/?id=298</a:t>
            </a:r>
          </a:p>
          <a:p>
            <a:r>
              <a:t>제안 기능은 상용 구현을 확인한 제품 사양이 아닙니다. [가설], [실증 필요], [추가 확인 필요] 표기를 구분해 설명합니다.</a:t>
            </a:r>
          </a:p>
          <a:p>
            <a:br/>
            <a:r>
              <a:t>추가 기술 출처:</a:t>
            </a:r>
            <a:br/>
            <a:r>
              <a:t>https://www.geophysical.com/support</a:t>
            </a:r>
            <a:br/>
            <a:r>
              <a:t>https://www.geophysical.com/whatisgpr</a:t>
            </a:r>
            <a:br/>
            <a:r>
              <a:t>https://source.android.com/docs/automotive/driver_distraction/car_uxr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04625DE-FD59-41E9-8810-1A5C8A826B5D}"/>
              </a:ext>
            </a:extLst>
          </p:cNvPr>
          <p:cNvSpPr>
            <a:spLocks noGrp="1"/>
          </p:cNvSpPr>
          <p:nvPr>
            <p:ph type="title"/>
          </p:nvPr>
        </p:nvSpPr>
        <p:spPr>
          <a:xfrm>
            <a:off x="1524000" y="3238500"/>
            <a:ext cx="121920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ACDE9AC3-5D34-4925-B8DF-1369C9CF2AE8}"/>
              </a:ext>
            </a:extLst>
          </p:cNvPr>
          <p:cNvSpPr>
            <a:spLocks noGrp="1"/>
          </p:cNvSpPr>
          <p:nvPr>
            <p:ph type="subTitle" idx="1"/>
          </p:nvPr>
        </p:nvSpPr>
        <p:spPr>
          <a:xfrm>
            <a:off x="2286000" y="4714875"/>
            <a:ext cx="1066800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0560185-F274-4A21-A7D4-A7DD9361FC75}"/>
              </a:ext>
            </a:extLst>
          </p:cNvPr>
          <p:cNvSpPr>
            <a:spLocks noGrp="1"/>
          </p:cNvSpPr>
          <p:nvPr>
            <p:ph type="title"/>
          </p:nvPr>
        </p:nvSpPr>
        <p:spPr>
          <a:xfrm>
            <a:off x="1524000" y="3571875"/>
            <a:ext cx="121920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93A9B0-5CD6-4342-81D5-91F7C318EA6F}"/>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7F1494E-EF72-4566-9B8C-7E7575BD20BF}"/>
              </a:ext>
            </a:extLst>
          </p:cNvPr>
          <p:cNvSpPr>
            <a:spLocks noGrp="1"/>
          </p:cNvSpPr>
          <p:nvPr>
            <p:ph type="body" idx="1"/>
          </p:nvPr>
        </p:nvSpPr>
        <p:spPr>
          <a:xfrm>
            <a:off x="857250" y="2381250"/>
            <a:ext cx="13525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2966B11-7A78-4D9A-A6C2-EA71AE02EF25}"/>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29DBE61-79FB-4461-B2B0-33D40DF9D557}"/>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
        <p:nvSpPr>
          <p:cNvPr id="3" name="Right column">
            <a:extLst>
              <a:ext uri="{FF2B5EF4-FFF2-40B4-BE49-F238E27FC236}">
                <a16:creationId xmlns:a16="http://schemas.microsoft.com/office/drawing/2014/main" id="{7C58AEF1-F569-4F8E-BC70-54F20B3E3CDB}"/>
              </a:ext>
            </a:extLst>
          </p:cNvPr>
          <p:cNvSpPr>
            <a:spLocks noGrp="1"/>
          </p:cNvSpPr>
          <p:nvPr>
            <p:ph type="body" idx="2"/>
          </p:nvPr>
        </p:nvSpPr>
        <p:spPr>
          <a:xfrm>
            <a:off x="8096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7648F20-7DB7-4D7D-90C3-24ED971A6272}"/>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336E131-8218-466D-BCD3-11E2597E0657}"/>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4F5C7430-A55B-4213-ADF9-A927F4B53620}"/>
              </a:ext>
            </a:extLst>
          </p:cNvPr>
          <p:cNvSpPr>
            <a:spLocks noGrp="1"/>
          </p:cNvSpPr>
          <p:nvPr/>
        </p:nvSpPr>
        <p:spPr>
          <a:xfrm>
            <a:off x="0" y="0"/>
            <a:ext cx="15240000" cy="114300"/>
          </a:xfrm>
          <a:prstGeom prst="rect">
            <a:avLst/>
          </a:prstGeom>
          <a:solidFill>
            <a:srgbClr val="A9F2CE"/>
          </a:solidFill>
          <a:ln w="0">
            <a:noFill/>
          </a:ln>
        </p:spPr>
        <p:txBody>
          <a:bodyPr/>
          <a:lstStyle/>
          <a:p>
            <a:endParaRPr lang="ko-KR" altLang="en-US"/>
          </a:p>
        </p:txBody>
      </p:sp>
      <p:sp>
        <p:nvSpPr>
          <p:cNvPr id="2" name="직사각형 1">
            <a:extLst>
              <a:ext uri="{FF2B5EF4-FFF2-40B4-BE49-F238E27FC236}">
                <a16:creationId xmlns:a16="http://schemas.microsoft.com/office/drawing/2014/main" id="{C0357DBD-5104-42BA-B408-3883A812B586}"/>
              </a:ext>
            </a:extLst>
          </p:cNvPr>
          <p:cNvSpPr>
            <a:spLocks noGrp="1"/>
          </p:cNvSpPr>
          <p:nvPr/>
        </p:nvSpPr>
        <p:spPr>
          <a:xfrm>
            <a:off x="609600" y="590550"/>
            <a:ext cx="11430000" cy="457200"/>
          </a:xfrm>
          <a:prstGeom prst="rect">
            <a:avLst/>
          </a:prstGeom>
          <a:noFill/>
          <a:ln w="0">
            <a:noFill/>
          </a:ln>
        </p:spPr>
        <p:txBody>
          <a:bodyPr lIns="0" tIns="0" rIns="0" bIns="0">
            <a:noAutofit/>
          </a:bodyPr>
          <a:lstStyle>
            <a:defPPr algn="l">
              <a:defRPr sz="2175" b="1">
                <a:solidFill>
                  <a:srgbClr val="A9F2CE"/>
                </a:solidFill>
                <a:latin typeface="Apple SD Gothic Neo"/>
                <a:ea typeface="Apple SD Gothic Neo"/>
                <a:cs typeface="Apple SD Gothic Neo"/>
              </a:defRPr>
            </a:defPPr>
          </a:lstStyle>
          <a:p>
            <a:pPr algn="l">
              <a:lnSpc>
                <a:spcPct val="105000"/>
              </a:lnSpc>
              <a:buNone/>
              <a:defRPr sz="2175" b="1">
                <a:solidFill>
                  <a:srgbClr val="A9F2CE"/>
                </a:solidFill>
                <a:latin typeface="Apple SD Gothic Neo"/>
                <a:ea typeface="Apple SD Gothic Neo"/>
                <a:cs typeface="Apple SD Gothic Neo"/>
              </a:defRPr>
            </a:pPr>
            <a:r>
              <a:rPr sz="2175" b="1">
                <a:solidFill>
                  <a:srgbClr val="A9F2CE"/>
                </a:solidFill>
                <a:latin typeface="Apple SD Gothic Neo"/>
                <a:ea typeface="Apple SD Gothic Neo"/>
                <a:cs typeface="Apple SD Gothic Neo"/>
              </a:rPr>
              <a:t>2025.03.24  /  서울 강동구 명일동</a:t>
            </a:r>
          </a:p>
        </p:txBody>
      </p:sp>
      <p:sp>
        <p:nvSpPr>
          <p:cNvPr id="3" name="직사각형 2">
            <a:extLst>
              <a:ext uri="{FF2B5EF4-FFF2-40B4-BE49-F238E27FC236}">
                <a16:creationId xmlns:a16="http://schemas.microsoft.com/office/drawing/2014/main" id="{A0998239-455B-416E-ABAC-762411D8241D}"/>
              </a:ext>
            </a:extLst>
          </p:cNvPr>
          <p:cNvSpPr>
            <a:spLocks noGrp="1"/>
          </p:cNvSpPr>
          <p:nvPr/>
        </p:nvSpPr>
        <p:spPr>
          <a:xfrm>
            <a:off x="609600" y="1714500"/>
            <a:ext cx="6953250" cy="2286000"/>
          </a:xfrm>
          <a:prstGeom prst="rect">
            <a:avLst/>
          </a:prstGeom>
          <a:noFill/>
          <a:ln w="0">
            <a:noFill/>
          </a:ln>
        </p:spPr>
        <p:txBody>
          <a:bodyPr lIns="0" tIns="0" rIns="0" bIns="0">
            <a:noAutofit/>
          </a:bodyPr>
          <a:lstStyle>
            <a:defPPr algn="l">
              <a:defRPr sz="5700" b="1">
                <a:solidFill>
                  <a:srgbClr val="FFFFFF"/>
                </a:solidFill>
                <a:latin typeface="Apple SD Gothic Neo"/>
                <a:ea typeface="Apple SD Gothic Neo"/>
                <a:cs typeface="Apple SD Gothic Neo"/>
              </a:defRPr>
            </a:defPPr>
          </a:lstStyle>
          <a:p>
            <a:pPr algn="l">
              <a:lnSpc>
                <a:spcPct val="105000"/>
              </a:lnSpc>
              <a:buNone/>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일상을 지나던 길이</a:t>
            </a:r>
          </a:p>
          <a:p>
            <a:pPr algn="l">
              <a:lnSpc>
                <a:spcPct val="105000"/>
              </a:lnSpc>
              <a:buNone/>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무너졌습니다</a:t>
            </a:r>
          </a:p>
        </p:txBody>
      </p:sp>
      <p:sp>
        <p:nvSpPr>
          <p:cNvPr id="4" name="직사각형 3">
            <a:extLst>
              <a:ext uri="{FF2B5EF4-FFF2-40B4-BE49-F238E27FC236}">
                <a16:creationId xmlns:a16="http://schemas.microsoft.com/office/drawing/2014/main" id="{203CB4FE-BD20-4739-A509-0DFA5F4D2A57}"/>
              </a:ext>
            </a:extLst>
          </p:cNvPr>
          <p:cNvSpPr>
            <a:spLocks noGrp="1"/>
          </p:cNvSpPr>
          <p:nvPr/>
        </p:nvSpPr>
        <p:spPr>
          <a:xfrm>
            <a:off x="8191500" y="1200150"/>
            <a:ext cx="6191250" cy="2143125"/>
          </a:xfrm>
          <a:prstGeom prst="rect">
            <a:avLst/>
          </a:prstGeom>
          <a:noFill/>
          <a:ln w="0">
            <a:noFill/>
          </a:ln>
        </p:spPr>
        <p:txBody>
          <a:bodyPr lIns="0" tIns="0" rIns="0" bIns="0">
            <a:noAutofit/>
          </a:bodyPr>
          <a:lstStyle>
            <a:defPPr algn="l">
              <a:defRPr sz="13500" b="1">
                <a:solidFill>
                  <a:srgbClr val="A9F2CE"/>
                </a:solidFill>
                <a:latin typeface="Apple SD Gothic Neo"/>
                <a:ea typeface="Apple SD Gothic Neo"/>
                <a:cs typeface="Apple SD Gothic Neo"/>
              </a:defRPr>
            </a:defPPr>
          </a:lstStyle>
          <a:p>
            <a:pPr algn="l">
              <a:lnSpc>
                <a:spcPct val="105000"/>
              </a:lnSpc>
              <a:buNone/>
              <a:defRPr sz="13500" b="1">
                <a:solidFill>
                  <a:srgbClr val="A9F2CE"/>
                </a:solidFill>
                <a:latin typeface="Apple SD Gothic Neo"/>
                <a:ea typeface="Apple SD Gothic Neo"/>
                <a:cs typeface="Apple SD Gothic Neo"/>
              </a:defRPr>
            </a:pPr>
            <a:r>
              <a:rPr sz="13500" b="1">
                <a:solidFill>
                  <a:srgbClr val="A9F2CE"/>
                </a:solidFill>
                <a:latin typeface="Apple SD Gothic Neo"/>
                <a:ea typeface="Apple SD Gothic Neo"/>
                <a:cs typeface="Apple SD Gothic Neo"/>
              </a:rPr>
              <a:t>1~2</a:t>
            </a:r>
          </a:p>
        </p:txBody>
      </p:sp>
      <p:sp>
        <p:nvSpPr>
          <p:cNvPr id="5" name="직사각형 4">
            <a:extLst>
              <a:ext uri="{FF2B5EF4-FFF2-40B4-BE49-F238E27FC236}">
                <a16:creationId xmlns:a16="http://schemas.microsoft.com/office/drawing/2014/main" id="{CF476846-87DD-4134-B5D8-099D3DB3381A}"/>
              </a:ext>
            </a:extLst>
          </p:cNvPr>
          <p:cNvSpPr>
            <a:spLocks noGrp="1"/>
          </p:cNvSpPr>
          <p:nvPr/>
        </p:nvSpPr>
        <p:spPr>
          <a:xfrm>
            <a:off x="8524875" y="3524250"/>
            <a:ext cx="5905500" cy="609600"/>
          </a:xfrm>
          <a:prstGeom prst="rect">
            <a:avLst/>
          </a:prstGeom>
          <a:noFill/>
          <a:ln w="0">
            <a:noFill/>
          </a:ln>
        </p:spPr>
        <p:txBody>
          <a:bodyPr lIns="0" tIns="0" rIns="0" bIns="0">
            <a:noAutofit/>
          </a:bodyPr>
          <a:lstStyle>
            <a:defPPr algn="l">
              <a:defRPr sz="2550" b="0">
                <a:solidFill>
                  <a:srgbClr val="FFFFFF"/>
                </a:solidFill>
                <a:latin typeface="Apple SD Gothic Neo"/>
                <a:ea typeface="Apple SD Gothic Neo"/>
                <a:cs typeface="Apple SD Gothic Neo"/>
              </a:defRPr>
            </a:defPPr>
          </a:lstStyle>
          <a:p>
            <a:pPr algn="l">
              <a:lnSpc>
                <a:spcPct val="105000"/>
              </a:lnSpc>
              <a:buNone/>
              <a:defRPr sz="2550" b="0">
                <a:solidFill>
                  <a:srgbClr val="FFFFFF"/>
                </a:solidFill>
                <a:latin typeface="Apple SD Gothic Neo"/>
                <a:ea typeface="Apple SD Gothic Neo"/>
                <a:cs typeface="Apple SD Gothic Neo"/>
              </a:defRPr>
            </a:pPr>
            <a:r>
              <a:rPr sz="2550" b="0">
                <a:solidFill>
                  <a:srgbClr val="FFFFFF"/>
                </a:solidFill>
                <a:latin typeface="Apple SD Gothic Neo"/>
                <a:ea typeface="Apple SD Gothic Neo"/>
                <a:cs typeface="Apple SD Gothic Neo"/>
              </a:rPr>
              <a:t>분 만에 급속히 확대된 붕괴</a:t>
            </a:r>
          </a:p>
        </p:txBody>
      </p:sp>
      <p:sp>
        <p:nvSpPr>
          <p:cNvPr id="6" name="직사각형 5">
            <a:extLst>
              <a:ext uri="{FF2B5EF4-FFF2-40B4-BE49-F238E27FC236}">
                <a16:creationId xmlns:a16="http://schemas.microsoft.com/office/drawing/2014/main" id="{F8EE0DFE-6859-4E75-B0FA-E16017B99046}"/>
              </a:ext>
            </a:extLst>
          </p:cNvPr>
          <p:cNvSpPr>
            <a:spLocks noGrp="1"/>
          </p:cNvSpPr>
          <p:nvPr/>
        </p:nvSpPr>
        <p:spPr>
          <a:xfrm>
            <a:off x="609600" y="4581525"/>
            <a:ext cx="13982700" cy="14288"/>
          </a:xfrm>
          <a:prstGeom prst="rect">
            <a:avLst/>
          </a:prstGeom>
          <a:solidFill>
            <a:srgbClr val="35505A"/>
          </a:solidFill>
          <a:ln w="0">
            <a:noFill/>
          </a:ln>
        </p:spPr>
        <p:txBody>
          <a:bodyPr/>
          <a:lstStyle/>
          <a:p>
            <a:endParaRPr lang="ko-KR" altLang="en-US"/>
          </a:p>
        </p:txBody>
      </p:sp>
      <p:sp>
        <p:nvSpPr>
          <p:cNvPr id="7" name="직사각형 6">
            <a:extLst>
              <a:ext uri="{FF2B5EF4-FFF2-40B4-BE49-F238E27FC236}">
                <a16:creationId xmlns:a16="http://schemas.microsoft.com/office/drawing/2014/main" id="{C061AB48-5047-45CF-9F5B-1FF5A4CB373F}"/>
              </a:ext>
            </a:extLst>
          </p:cNvPr>
          <p:cNvSpPr>
            <a:spLocks noGrp="1"/>
          </p:cNvSpPr>
          <p:nvPr/>
        </p:nvSpPr>
        <p:spPr>
          <a:xfrm>
            <a:off x="609600" y="5000625"/>
            <a:ext cx="7620000" cy="619125"/>
          </a:xfrm>
          <a:prstGeom prst="rect">
            <a:avLst/>
          </a:prstGeom>
          <a:noFill/>
          <a:ln w="0">
            <a:noFill/>
          </a:ln>
        </p:spPr>
        <p:txBody>
          <a:bodyPr lIns="0" tIns="0" rIns="0" bIns="0">
            <a:noAutofit/>
          </a:bodyPr>
          <a:lstStyle>
            <a:defPPr algn="l">
              <a:defRPr sz="3450" b="1">
                <a:solidFill>
                  <a:srgbClr val="FFFFFF"/>
                </a:solidFill>
                <a:latin typeface="Apple SD Gothic Neo"/>
                <a:ea typeface="Apple SD Gothic Neo"/>
                <a:cs typeface="Apple SD Gothic Neo"/>
              </a:defRPr>
            </a:defPPr>
          </a:lstStyle>
          <a:p>
            <a:pPr algn="l">
              <a:lnSpc>
                <a:spcPct val="105000"/>
              </a:lnSpc>
              <a:buNone/>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22m × 18m × 16m</a:t>
            </a:r>
          </a:p>
        </p:txBody>
      </p:sp>
      <p:sp>
        <p:nvSpPr>
          <p:cNvPr id="8" name="직사각형 7">
            <a:extLst>
              <a:ext uri="{FF2B5EF4-FFF2-40B4-BE49-F238E27FC236}">
                <a16:creationId xmlns:a16="http://schemas.microsoft.com/office/drawing/2014/main" id="{A780790A-8A48-4E66-898E-633A95554C6E}"/>
              </a:ext>
            </a:extLst>
          </p:cNvPr>
          <p:cNvSpPr>
            <a:spLocks noGrp="1"/>
          </p:cNvSpPr>
          <p:nvPr/>
        </p:nvSpPr>
        <p:spPr>
          <a:xfrm>
            <a:off x="619125" y="5810250"/>
            <a:ext cx="7620000" cy="400050"/>
          </a:xfrm>
          <a:prstGeom prst="rect">
            <a:avLst/>
          </a:prstGeom>
          <a:noFill/>
          <a:ln w="0">
            <a:noFill/>
          </a:ln>
        </p:spPr>
        <p:txBody>
          <a:bodyPr lIns="0" tIns="0" rIns="0" bIns="0">
            <a:noAutofit/>
          </a:bodyPr>
          <a:lstStyle>
            <a:defPPr algn="l">
              <a:defRPr sz="1725" b="0">
                <a:solidFill>
                  <a:srgbClr val="AEC0C3"/>
                </a:solidFill>
                <a:latin typeface="Apple SD Gothic Neo"/>
                <a:ea typeface="Apple SD Gothic Neo"/>
                <a:cs typeface="Apple SD Gothic Neo"/>
              </a:defRPr>
            </a:defPPr>
          </a:lstStyle>
          <a:p>
            <a:pPr algn="l">
              <a:lnSpc>
                <a:spcPct val="105000"/>
              </a:lnSpc>
              <a:buNone/>
              <a:defRPr sz="1725" b="0">
                <a:solidFill>
                  <a:srgbClr val="AEC0C3"/>
                </a:solidFill>
                <a:latin typeface="Apple SD Gothic Neo"/>
                <a:ea typeface="Apple SD Gothic Neo"/>
                <a:cs typeface="Apple SD Gothic Neo"/>
              </a:defRPr>
            </a:pPr>
            <a:r>
              <a:rPr sz="1725" b="0">
                <a:solidFill>
                  <a:srgbClr val="AEC0C3"/>
                </a:solidFill>
                <a:latin typeface="Apple SD Gothic Neo"/>
                <a:ea typeface="Apple SD Gothic Neo"/>
                <a:cs typeface="Apple SD Gothic Neo"/>
              </a:rPr>
              <a:t>길이 × 폭 × 깊이</a:t>
            </a:r>
          </a:p>
        </p:txBody>
      </p:sp>
      <p:sp>
        <p:nvSpPr>
          <p:cNvPr id="9" name="직사각형 8">
            <a:extLst>
              <a:ext uri="{FF2B5EF4-FFF2-40B4-BE49-F238E27FC236}">
                <a16:creationId xmlns:a16="http://schemas.microsoft.com/office/drawing/2014/main" id="{057D17C2-4A54-4089-B96E-A1E9946918FC}"/>
              </a:ext>
            </a:extLst>
          </p:cNvPr>
          <p:cNvSpPr>
            <a:spLocks noGrp="1"/>
          </p:cNvSpPr>
          <p:nvPr/>
        </p:nvSpPr>
        <p:spPr>
          <a:xfrm>
            <a:off x="10096500" y="5067300"/>
            <a:ext cx="4238625" cy="1238250"/>
          </a:xfrm>
          <a:prstGeom prst="rect">
            <a:avLst/>
          </a:prstGeom>
          <a:noFill/>
          <a:ln w="0">
            <a:noFill/>
          </a:ln>
        </p:spPr>
        <p:txBody>
          <a:bodyPr lIns="0" tIns="0" rIns="0" bIns="0">
            <a:noAutofit/>
          </a:bodyPr>
          <a:lstStyle>
            <a:defPPr algn="l">
              <a:defRPr sz="3000" b="1">
                <a:solidFill>
                  <a:srgbClr val="FFFFFF"/>
                </a:solidFill>
                <a:latin typeface="Apple SD Gothic Neo"/>
                <a:ea typeface="Apple SD Gothic Neo"/>
                <a:cs typeface="Apple SD Gothic Neo"/>
              </a:defRPr>
            </a:defPPr>
          </a:lstStyle>
          <a:p>
            <a:pPr algn="l">
              <a:lnSpc>
                <a:spcPct val="105000"/>
              </a:lnSpc>
              <a:buNone/>
              <a:defRPr sz="3000" b="1">
                <a:solidFill>
                  <a:srgbClr val="FFFFFF"/>
                </a:solidFill>
                <a:latin typeface="Apple SD Gothic Neo"/>
                <a:ea typeface="Apple SD Gothic Neo"/>
                <a:cs typeface="Apple SD Gothic Neo"/>
              </a:defRPr>
            </a:pPr>
            <a:r>
              <a:rPr sz="3000" b="1">
                <a:solidFill>
                  <a:srgbClr val="FFFFFF"/>
                </a:solidFill>
                <a:latin typeface="Apple SD Gothic Neo"/>
                <a:ea typeface="Apple SD Gothic Neo"/>
                <a:cs typeface="Apple SD Gothic Neo"/>
              </a:rPr>
              <a:t>1명 사망</a:t>
            </a:r>
          </a:p>
          <a:p>
            <a:pPr algn="l">
              <a:lnSpc>
                <a:spcPct val="105000"/>
              </a:lnSpc>
              <a:buNone/>
              <a:defRPr sz="3000" b="1">
                <a:solidFill>
                  <a:srgbClr val="FFFFFF"/>
                </a:solidFill>
                <a:latin typeface="Apple SD Gothic Neo"/>
                <a:ea typeface="Apple SD Gothic Neo"/>
                <a:cs typeface="Apple SD Gothic Neo"/>
              </a:defRPr>
            </a:pPr>
            <a:r>
              <a:rPr sz="3000" b="1">
                <a:solidFill>
                  <a:srgbClr val="FFFFFF"/>
                </a:solidFill>
                <a:latin typeface="Apple SD Gothic Neo"/>
                <a:ea typeface="Apple SD Gothic Neo"/>
                <a:cs typeface="Apple SD Gothic Neo"/>
              </a:rPr>
              <a:t>1명 부상</a:t>
            </a:r>
          </a:p>
        </p:txBody>
      </p:sp>
      <p:sp>
        <p:nvSpPr>
          <p:cNvPr id="10" name="직사각형 9">
            <a:extLst>
              <a:ext uri="{FF2B5EF4-FFF2-40B4-BE49-F238E27FC236}">
                <a16:creationId xmlns:a16="http://schemas.microsoft.com/office/drawing/2014/main" id="{452BDEDD-B943-4ECD-A789-1E1F6B027522}"/>
              </a:ext>
            </a:extLst>
          </p:cNvPr>
          <p:cNvSpPr>
            <a:spLocks noGrp="1"/>
          </p:cNvSpPr>
          <p:nvPr/>
        </p:nvSpPr>
        <p:spPr>
          <a:xfrm>
            <a:off x="609600" y="7038975"/>
            <a:ext cx="13811250" cy="590550"/>
          </a:xfrm>
          <a:prstGeom prst="rect">
            <a:avLst/>
          </a:prstGeom>
          <a:noFill/>
          <a:ln w="0">
            <a:noFill/>
          </a:ln>
        </p:spPr>
        <p:txBody>
          <a:bodyPr lIns="0" tIns="0" rIns="0" bIns="0">
            <a:noAutofit/>
          </a:bodyPr>
          <a:lstStyle>
            <a:defPPr algn="l">
              <a:defRPr sz="2775" b="1">
                <a:solidFill>
                  <a:srgbClr val="A9F2CE"/>
                </a:solidFill>
                <a:latin typeface="Apple SD Gothic Neo"/>
                <a:ea typeface="Apple SD Gothic Neo"/>
                <a:cs typeface="Apple SD Gothic Neo"/>
              </a:defRPr>
            </a:defPPr>
          </a:lstStyle>
          <a:p>
            <a:pPr algn="l">
              <a:lnSpc>
                <a:spcPct val="105000"/>
              </a:lnSpc>
              <a:buNone/>
              <a:defRPr sz="2775" b="1">
                <a:solidFill>
                  <a:srgbClr val="A9F2CE"/>
                </a:solidFill>
                <a:latin typeface="Apple SD Gothic Neo"/>
                <a:ea typeface="Apple SD Gothic Neo"/>
                <a:cs typeface="Apple SD Gothic Neo"/>
              </a:defRPr>
            </a:pPr>
            <a:r>
              <a:rPr sz="2775" b="1">
                <a:solidFill>
                  <a:srgbClr val="A9F2CE"/>
                </a:solidFill>
                <a:latin typeface="Apple SD Gothic Neo"/>
                <a:ea typeface="Apple SD Gothic Neo"/>
                <a:cs typeface="Apple SD Gothic Neo"/>
              </a:rPr>
              <a:t>도로가 무너진 뒤에는 누구나 구멍을 볼 수 있습니다.</a:t>
            </a:r>
          </a:p>
        </p:txBody>
      </p:sp>
      <p:sp>
        <p:nvSpPr>
          <p:cNvPr id="11" name="직사각형 10">
            <a:extLst>
              <a:ext uri="{FF2B5EF4-FFF2-40B4-BE49-F238E27FC236}">
                <a16:creationId xmlns:a16="http://schemas.microsoft.com/office/drawing/2014/main" id="{6B82878C-3363-41EE-BD8B-53956AC39408}"/>
              </a:ext>
            </a:extLst>
          </p:cNvPr>
          <p:cNvSpPr>
            <a:spLocks noGrp="1"/>
          </p:cNvSpPr>
          <p:nvPr/>
        </p:nvSpPr>
        <p:spPr>
          <a:xfrm>
            <a:off x="609600" y="8020050"/>
            <a:ext cx="13620750" cy="285750"/>
          </a:xfrm>
          <a:prstGeom prst="rect">
            <a:avLst/>
          </a:prstGeom>
          <a:noFill/>
          <a:ln w="0">
            <a:noFill/>
          </a:ln>
        </p:spPr>
        <p:txBody>
          <a:bodyPr lIns="0" tIns="0" rIns="0" bIns="0">
            <a:noAutofit/>
          </a:bodyPr>
          <a:lstStyle>
            <a:defPPr algn="l">
              <a:defRPr sz="1350" b="0">
                <a:solidFill>
                  <a:srgbClr val="95AEB5"/>
                </a:solidFill>
                <a:latin typeface="Apple SD Gothic Neo"/>
                <a:ea typeface="Apple SD Gothic Neo"/>
                <a:cs typeface="Apple SD Gothic Neo"/>
              </a:defRPr>
            </a:defPPr>
          </a:lstStyle>
          <a:p>
            <a:pPr algn="l">
              <a:lnSpc>
                <a:spcPct val="105000"/>
              </a:lnSpc>
              <a:buNone/>
              <a:defRPr sz="1350" b="0">
                <a:solidFill>
                  <a:srgbClr val="95AEB5"/>
                </a:solidFill>
                <a:latin typeface="Apple SD Gothic Neo"/>
                <a:ea typeface="Apple SD Gothic Neo"/>
                <a:cs typeface="Apple SD Gothic Neo"/>
              </a:defRPr>
            </a:pPr>
            <a:r>
              <a:rPr sz="1350" b="0">
                <a:solidFill>
                  <a:srgbClr val="95AEB5"/>
                </a:solidFill>
                <a:latin typeface="Apple SD Gothic Neo"/>
                <a:ea typeface="Apple SD Gothic Neo"/>
                <a:cs typeface="Apple SD Gothic Neo"/>
              </a:rPr>
              <a:t>출처: 국토교통부 중앙지하사고조사위원회, 2025.12.03 · 사고 발생 18시 28분경</a:t>
            </a:r>
          </a:p>
        </p:txBody>
      </p:sp>
    </p:spTree>
    <p:extLst>
      <p:ext uri="{BB962C8B-B14F-4D97-AF65-F5344CB8AC3E}">
        <p14:creationId xmlns:p14="http://schemas.microsoft.com/office/powerpoint/2010/main" val="491109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A19267CF-784D-479C-9EDA-A1F5E498A809}"/>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A04A0E7E-DAF5-4ED5-980D-0CE89B339222}"/>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문제 정의</a:t>
            </a:r>
          </a:p>
        </p:txBody>
      </p:sp>
      <p:sp>
        <p:nvSpPr>
          <p:cNvPr id="3" name="직사각형 2">
            <a:extLst>
              <a:ext uri="{FF2B5EF4-FFF2-40B4-BE49-F238E27FC236}">
                <a16:creationId xmlns:a16="http://schemas.microsoft.com/office/drawing/2014/main" id="{68D88DD7-129D-4794-9170-C6AC3D716748}"/>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03A97086-7A72-48C4-9315-D557DD7F502D}"/>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명일동 사고가 남긴 질문</a:t>
            </a:r>
          </a:p>
        </p:txBody>
      </p:sp>
      <p:sp>
        <p:nvSpPr>
          <p:cNvPr id="5" name="직사각형 4">
            <a:extLst>
              <a:ext uri="{FF2B5EF4-FFF2-40B4-BE49-F238E27FC236}">
                <a16:creationId xmlns:a16="http://schemas.microsoft.com/office/drawing/2014/main" id="{90C39C74-D3F2-4C0F-9CCA-E4D1485D8D6B}"/>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F534A806-7EA4-493D-B363-5CB615BEFD4B}"/>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02</a:t>
            </a:r>
          </a:p>
        </p:txBody>
      </p:sp>
      <p:sp>
        <p:nvSpPr>
          <p:cNvPr id="7" name="직사각형 6">
            <a:extLst>
              <a:ext uri="{FF2B5EF4-FFF2-40B4-BE49-F238E27FC236}">
                <a16:creationId xmlns:a16="http://schemas.microsoft.com/office/drawing/2014/main" id="{B709C5FC-40F7-458D-91E4-662110F330A6}"/>
              </a:ext>
            </a:extLst>
          </p:cNvPr>
          <p:cNvSpPr>
            <a:spLocks noGrp="1"/>
          </p:cNvSpPr>
          <p:nvPr/>
        </p:nvSpPr>
        <p:spPr>
          <a:xfrm>
            <a:off x="533400" y="1981200"/>
            <a:ext cx="9525000" cy="1685925"/>
          </a:xfrm>
          <a:prstGeom prst="rect">
            <a:avLst/>
          </a:prstGeom>
          <a:noFill/>
          <a:ln w="0">
            <a:noFill/>
          </a:ln>
        </p:spPr>
        <p:txBody>
          <a:bodyPr lIns="0" tIns="0" rIns="0" bIns="0">
            <a:noAutofit/>
          </a:bodyPr>
          <a:lstStyle>
            <a:defPPr algn="l">
              <a:defRPr sz="4500" b="1">
                <a:solidFill>
                  <a:srgbClr val="102A35"/>
                </a:solidFill>
                <a:latin typeface="Apple SD Gothic Neo"/>
                <a:ea typeface="Apple SD Gothic Neo"/>
                <a:cs typeface="Apple SD Gothic Neo"/>
              </a:defRPr>
            </a:defPPr>
          </a:lstStyle>
          <a:p>
            <a:pPr algn="l">
              <a:lnSpc>
                <a:spcPct val="105000"/>
              </a:lnSpc>
              <a:buNone/>
              <a:defRPr sz="4500" b="1">
                <a:solidFill>
                  <a:srgbClr val="102A35"/>
                </a:solidFill>
                <a:latin typeface="Apple SD Gothic Neo"/>
                <a:ea typeface="Apple SD Gothic Neo"/>
                <a:cs typeface="Apple SD Gothic Neo"/>
              </a:defRPr>
            </a:pPr>
            <a:r>
              <a:rPr sz="4500" b="1">
                <a:solidFill>
                  <a:srgbClr val="102A35"/>
                </a:solidFill>
                <a:latin typeface="Apple SD Gothic Neo"/>
                <a:ea typeface="Apple SD Gothic Neo"/>
                <a:cs typeface="Apple SD Gothic Neo"/>
              </a:rPr>
              <a:t>붕괴는 빨랐지만,</a:t>
            </a:r>
          </a:p>
          <a:p>
            <a:pPr algn="l">
              <a:lnSpc>
                <a:spcPct val="105000"/>
              </a:lnSpc>
              <a:buNone/>
              <a:defRPr sz="4500" b="1">
                <a:solidFill>
                  <a:srgbClr val="102A35"/>
                </a:solidFill>
                <a:latin typeface="Apple SD Gothic Neo"/>
                <a:ea typeface="Apple SD Gothic Neo"/>
                <a:cs typeface="Apple SD Gothic Neo"/>
              </a:defRPr>
            </a:pPr>
            <a:r>
              <a:rPr sz="4500" b="1">
                <a:solidFill>
                  <a:srgbClr val="102A35"/>
                </a:solidFill>
                <a:latin typeface="Apple SD Gothic Neo"/>
                <a:ea typeface="Apple SD Gothic Neo"/>
                <a:cs typeface="Apple SD Gothic Neo"/>
              </a:rPr>
              <a:t>지하 조건은 복합적이었습니다</a:t>
            </a:r>
          </a:p>
        </p:txBody>
      </p:sp>
      <p:sp>
        <p:nvSpPr>
          <p:cNvPr id="8" name="직사각형 7">
            <a:extLst>
              <a:ext uri="{FF2B5EF4-FFF2-40B4-BE49-F238E27FC236}">
                <a16:creationId xmlns:a16="http://schemas.microsoft.com/office/drawing/2014/main" id="{37E26C05-4E89-479C-A59D-2B67A2755121}"/>
              </a:ext>
            </a:extLst>
          </p:cNvPr>
          <p:cNvSpPr>
            <a:spLocks noGrp="1"/>
          </p:cNvSpPr>
          <p:nvPr/>
        </p:nvSpPr>
        <p:spPr>
          <a:xfrm>
            <a:off x="571500" y="4429125"/>
            <a:ext cx="2857500" cy="428625"/>
          </a:xfrm>
          <a:prstGeom prst="rect">
            <a:avLst/>
          </a:prstGeom>
          <a:noFill/>
          <a:ln w="0">
            <a:noFill/>
          </a:ln>
        </p:spPr>
        <p:txBody>
          <a:bodyPr lIns="0" tIns="0" rIns="0" bIns="0">
            <a:noAutofit/>
          </a:bodyPr>
          <a:lstStyle>
            <a:defPPr algn="l">
              <a:defRPr sz="1875" b="1">
                <a:solidFill>
                  <a:srgbClr val="007D80"/>
                </a:solidFill>
                <a:latin typeface="Apple SD Gothic Neo"/>
                <a:ea typeface="Apple SD Gothic Neo"/>
                <a:cs typeface="Apple SD Gothic Neo"/>
              </a:defRPr>
            </a:defPPr>
          </a:lstStyle>
          <a:p>
            <a:pPr algn="l">
              <a:lnSpc>
                <a:spcPct val="105000"/>
              </a:lnSpc>
              <a:buNone/>
              <a:defRPr sz="1875" b="1">
                <a:solidFill>
                  <a:srgbClr val="007D80"/>
                </a:solidFill>
                <a:latin typeface="Apple SD Gothic Neo"/>
                <a:ea typeface="Apple SD Gothic Neo"/>
                <a:cs typeface="Apple SD Gothic Neo"/>
              </a:defRPr>
            </a:pPr>
            <a:r>
              <a:rPr sz="1875" b="1">
                <a:solidFill>
                  <a:srgbClr val="007D80"/>
                </a:solidFill>
                <a:latin typeface="Apple SD Gothic Neo"/>
                <a:ea typeface="Apple SD Gothic Neo"/>
                <a:cs typeface="Apple SD Gothic Neo"/>
              </a:rPr>
              <a:t>직접 원인</a:t>
            </a:r>
          </a:p>
        </p:txBody>
      </p:sp>
      <p:sp>
        <p:nvSpPr>
          <p:cNvPr id="9" name="직사각형 8">
            <a:extLst>
              <a:ext uri="{FF2B5EF4-FFF2-40B4-BE49-F238E27FC236}">
                <a16:creationId xmlns:a16="http://schemas.microsoft.com/office/drawing/2014/main" id="{C232EF28-F371-4F10-A2D0-E4A17B6B7452}"/>
              </a:ext>
            </a:extLst>
          </p:cNvPr>
          <p:cNvSpPr>
            <a:spLocks noGrp="1"/>
          </p:cNvSpPr>
          <p:nvPr/>
        </p:nvSpPr>
        <p:spPr>
          <a:xfrm>
            <a:off x="571500" y="5048250"/>
            <a:ext cx="6381750" cy="1000125"/>
          </a:xfrm>
          <a:prstGeom prst="rect">
            <a:avLst/>
          </a:prstGeom>
          <a:noFill/>
          <a:ln w="0">
            <a:noFill/>
          </a:ln>
        </p:spPr>
        <p:txBody>
          <a:bodyPr lIns="0" tIns="0" rIns="0" bIns="0">
            <a:noAutofit/>
          </a:bodyPr>
          <a:lstStyle>
            <a:defPPr algn="l">
              <a:defRPr sz="3000" b="1">
                <a:solidFill>
                  <a:srgbClr val="102A35"/>
                </a:solidFill>
                <a:latin typeface="Apple SD Gothic Neo"/>
                <a:ea typeface="Apple SD Gothic Neo"/>
                <a:cs typeface="Apple SD Gothic Neo"/>
              </a:defRPr>
            </a:defPPr>
          </a:lstStyle>
          <a:p>
            <a:pPr algn="l">
              <a:lnSpc>
                <a:spcPct val="105000"/>
              </a:lnSpc>
              <a:buNone/>
              <a:defRPr sz="3000" b="1">
                <a:solidFill>
                  <a:srgbClr val="102A35"/>
                </a:solidFill>
                <a:latin typeface="Apple SD Gothic Neo"/>
                <a:ea typeface="Apple SD Gothic Neo"/>
                <a:cs typeface="Apple SD Gothic Neo"/>
              </a:defRPr>
            </a:pPr>
            <a:r>
              <a:rPr sz="3000" b="1">
                <a:solidFill>
                  <a:srgbClr val="102A35"/>
                </a:solidFill>
                <a:latin typeface="Apple SD Gothic Neo"/>
                <a:ea typeface="Apple SD Gothic Neo"/>
                <a:cs typeface="Apple SD Gothic Neo"/>
              </a:rPr>
              <a:t>심층풍화대 불연속면이 만든</a:t>
            </a:r>
          </a:p>
          <a:p>
            <a:pPr algn="l">
              <a:lnSpc>
                <a:spcPct val="105000"/>
              </a:lnSpc>
              <a:buNone/>
              <a:defRPr sz="3000" b="1">
                <a:solidFill>
                  <a:srgbClr val="102A35"/>
                </a:solidFill>
                <a:latin typeface="Apple SD Gothic Neo"/>
                <a:ea typeface="Apple SD Gothic Neo"/>
                <a:cs typeface="Apple SD Gothic Neo"/>
              </a:defRPr>
            </a:pPr>
            <a:r>
              <a:rPr sz="3000" b="1">
                <a:solidFill>
                  <a:srgbClr val="102A35"/>
                </a:solidFill>
                <a:latin typeface="Apple SD Gothic Neo"/>
                <a:ea typeface="Apple SD Gothic Neo"/>
                <a:cs typeface="Apple SD Gothic Neo"/>
              </a:rPr>
              <a:t>쐐기형 토체</a:t>
            </a:r>
          </a:p>
        </p:txBody>
      </p:sp>
      <p:sp>
        <p:nvSpPr>
          <p:cNvPr id="10" name="직사각형 9">
            <a:extLst>
              <a:ext uri="{FF2B5EF4-FFF2-40B4-BE49-F238E27FC236}">
                <a16:creationId xmlns:a16="http://schemas.microsoft.com/office/drawing/2014/main" id="{0D000971-67D0-48D1-AA6B-C347AB7D2618}"/>
              </a:ext>
            </a:extLst>
          </p:cNvPr>
          <p:cNvSpPr>
            <a:spLocks noGrp="1"/>
          </p:cNvSpPr>
          <p:nvPr/>
        </p:nvSpPr>
        <p:spPr>
          <a:xfrm>
            <a:off x="7886700" y="4362450"/>
            <a:ext cx="6381750" cy="14288"/>
          </a:xfrm>
          <a:prstGeom prst="rect">
            <a:avLst/>
          </a:prstGeom>
          <a:solidFill>
            <a:srgbClr val="CCD5D0"/>
          </a:solidFill>
          <a:ln w="0">
            <a:noFill/>
          </a:ln>
        </p:spPr>
        <p:txBody>
          <a:bodyPr/>
          <a:lstStyle/>
          <a:p>
            <a:endParaRPr lang="ko-KR" altLang="en-US"/>
          </a:p>
        </p:txBody>
      </p:sp>
      <p:sp>
        <p:nvSpPr>
          <p:cNvPr id="11" name="직사각형 10">
            <a:extLst>
              <a:ext uri="{FF2B5EF4-FFF2-40B4-BE49-F238E27FC236}">
                <a16:creationId xmlns:a16="http://schemas.microsoft.com/office/drawing/2014/main" id="{A580EBD7-BDB3-4C9B-B307-78E77FA39724}"/>
              </a:ext>
            </a:extLst>
          </p:cNvPr>
          <p:cNvSpPr>
            <a:spLocks noGrp="1"/>
          </p:cNvSpPr>
          <p:nvPr/>
        </p:nvSpPr>
        <p:spPr>
          <a:xfrm>
            <a:off x="7886700" y="4562475"/>
            <a:ext cx="6381750" cy="428625"/>
          </a:xfrm>
          <a:prstGeom prst="rect">
            <a:avLst/>
          </a:prstGeom>
          <a:noFill/>
          <a:ln w="0">
            <a:noFill/>
          </a:ln>
        </p:spPr>
        <p:txBody>
          <a:bodyPr lIns="0" tIns="0" rIns="0" bIns="0">
            <a:noAutofit/>
          </a:bodyPr>
          <a:lstStyle>
            <a:defPPr algn="l">
              <a:defRPr sz="1875" b="1">
                <a:solidFill>
                  <a:srgbClr val="007D80"/>
                </a:solidFill>
                <a:latin typeface="Apple SD Gothic Neo"/>
                <a:ea typeface="Apple SD Gothic Neo"/>
                <a:cs typeface="Apple SD Gothic Neo"/>
              </a:defRPr>
            </a:defPPr>
          </a:lstStyle>
          <a:p>
            <a:pPr algn="l">
              <a:lnSpc>
                <a:spcPct val="105000"/>
              </a:lnSpc>
              <a:buNone/>
              <a:defRPr sz="1875" b="1">
                <a:solidFill>
                  <a:srgbClr val="007D80"/>
                </a:solidFill>
                <a:latin typeface="Apple SD Gothic Neo"/>
                <a:ea typeface="Apple SD Gothic Neo"/>
                <a:cs typeface="Apple SD Gothic Neo"/>
              </a:defRPr>
            </a:pPr>
            <a:r>
              <a:rPr sz="1875" b="1">
                <a:solidFill>
                  <a:srgbClr val="007D80"/>
                </a:solidFill>
                <a:latin typeface="Apple SD Gothic Neo"/>
                <a:ea typeface="Apple SD Gothic Neo"/>
                <a:cs typeface="Apple SD Gothic Neo"/>
              </a:rPr>
              <a:t>함께 작용한 조건</a:t>
            </a:r>
          </a:p>
        </p:txBody>
      </p:sp>
      <p:sp>
        <p:nvSpPr>
          <p:cNvPr id="12" name="직사각형 11">
            <a:extLst>
              <a:ext uri="{FF2B5EF4-FFF2-40B4-BE49-F238E27FC236}">
                <a16:creationId xmlns:a16="http://schemas.microsoft.com/office/drawing/2014/main" id="{3CD58D85-40E4-482D-A74B-CE9ADC3FE8D7}"/>
              </a:ext>
            </a:extLst>
          </p:cNvPr>
          <p:cNvSpPr>
            <a:spLocks noGrp="1"/>
          </p:cNvSpPr>
          <p:nvPr/>
        </p:nvSpPr>
        <p:spPr>
          <a:xfrm>
            <a:off x="7886700" y="5219700"/>
            <a:ext cx="6381750" cy="1485900"/>
          </a:xfrm>
          <a:prstGeom prst="rect">
            <a:avLst/>
          </a:prstGeom>
          <a:noFill/>
          <a:ln w="0">
            <a:noFill/>
          </a:ln>
        </p:spPr>
        <p:txBody>
          <a:bodyPr lIns="0" tIns="0" rIns="0" bIns="0">
            <a:noAutofit/>
          </a:bodyPr>
          <a:lstStyle>
            <a:defPPr algn="l">
              <a:defRPr sz="2400" b="0">
                <a:solidFill>
                  <a:srgbClr val="102A35"/>
                </a:solidFill>
                <a:latin typeface="Apple SD Gothic Neo"/>
                <a:ea typeface="Apple SD Gothic Neo"/>
                <a:cs typeface="Apple SD Gothic Neo"/>
              </a:defRPr>
            </a:defPPr>
          </a:lstStyle>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지하수위 저하</a:t>
            </a:r>
          </a:p>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노후 하수관의 장기 누수</a:t>
            </a:r>
          </a:p>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지보 성능의 한계</a:t>
            </a:r>
          </a:p>
        </p:txBody>
      </p:sp>
      <p:sp>
        <p:nvSpPr>
          <p:cNvPr id="13" name="직사각형 12">
            <a:extLst>
              <a:ext uri="{FF2B5EF4-FFF2-40B4-BE49-F238E27FC236}">
                <a16:creationId xmlns:a16="http://schemas.microsoft.com/office/drawing/2014/main" id="{44093D65-E5ED-413F-96F1-B86DA2929495}"/>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GroundWatch의 얕은 도로 공동 감시는 심층 지질·터널 안정성 평가를 대신하지 않습니다.</a:t>
            </a:r>
          </a:p>
        </p:txBody>
      </p:sp>
    </p:spTree>
    <p:extLst>
      <p:ext uri="{BB962C8B-B14F-4D97-AF65-F5344CB8AC3E}">
        <p14:creationId xmlns:p14="http://schemas.microsoft.com/office/powerpoint/2010/main" val="56256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F9869BEC-C564-483F-B0BC-63FEF209DDF7}"/>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2B3E54A2-3B4C-4201-A52C-79987F19C9B3}"/>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문제 정의</a:t>
            </a:r>
          </a:p>
        </p:txBody>
      </p:sp>
      <p:sp>
        <p:nvSpPr>
          <p:cNvPr id="3" name="직사각형 2">
            <a:extLst>
              <a:ext uri="{FF2B5EF4-FFF2-40B4-BE49-F238E27FC236}">
                <a16:creationId xmlns:a16="http://schemas.microsoft.com/office/drawing/2014/main" id="{B1FF939E-BC5B-4B3F-8E29-F81455FD3391}"/>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B6B3733C-9241-432B-8887-D276213FBEAA}"/>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도로 아래 공동이 만들어지는 과정</a:t>
            </a:r>
          </a:p>
        </p:txBody>
      </p:sp>
      <p:sp>
        <p:nvSpPr>
          <p:cNvPr id="5" name="직사각형 4">
            <a:extLst>
              <a:ext uri="{FF2B5EF4-FFF2-40B4-BE49-F238E27FC236}">
                <a16:creationId xmlns:a16="http://schemas.microsoft.com/office/drawing/2014/main" id="{809C8CE0-CCFC-47FB-96FE-ADA98D8BB770}"/>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108D5F5D-2FED-493A-8936-0F97B0D39CB0}"/>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03</a:t>
            </a:r>
          </a:p>
        </p:txBody>
      </p:sp>
      <p:pic>
        <p:nvPicPr>
          <p:cNvPr id="7" name="그림 6">
            <a:extLst>
              <a:ext uri="{FF2B5EF4-FFF2-40B4-BE49-F238E27FC236}">
                <a16:creationId xmlns:a16="http://schemas.microsoft.com/office/drawing/2014/main" id="{5F1AE3DB-D766-49EF-B61D-F83D13E9E750}"/>
              </a:ext>
            </a:extLst>
          </p:cNvPr>
          <p:cNvPicPr>
            <a:picLocks noChangeAspect="1"/>
          </p:cNvPicPr>
          <p:nvPr/>
        </p:nvPicPr>
        <p:blipFill>
          <a:blip r:embed="rId3"/>
          <a:srcRect l="126" r="126"/>
          <a:stretch>
            <a:fillRect/>
          </a:stretch>
        </p:blipFill>
        <p:spPr>
          <a:xfrm>
            <a:off x="4362450" y="1647825"/>
            <a:ext cx="10382250" cy="5857875"/>
          </a:xfrm>
          <a:prstGeom prst="rect">
            <a:avLst/>
          </a:prstGeom>
        </p:spPr>
      </p:pic>
      <p:sp>
        <p:nvSpPr>
          <p:cNvPr id="8" name="직사각형 7">
            <a:extLst>
              <a:ext uri="{FF2B5EF4-FFF2-40B4-BE49-F238E27FC236}">
                <a16:creationId xmlns:a16="http://schemas.microsoft.com/office/drawing/2014/main" id="{092C1FD3-CB1F-4F1E-AF15-22036F25C52F}"/>
              </a:ext>
            </a:extLst>
          </p:cNvPr>
          <p:cNvSpPr>
            <a:spLocks noGrp="1"/>
          </p:cNvSpPr>
          <p:nvPr/>
        </p:nvSpPr>
        <p:spPr>
          <a:xfrm>
            <a:off x="533400" y="2047875"/>
            <a:ext cx="6477000" cy="1504950"/>
          </a:xfrm>
          <a:prstGeom prst="rect">
            <a:avLst/>
          </a:prstGeom>
          <a:noFill/>
          <a:ln w="0">
            <a:noFill/>
          </a:ln>
        </p:spPr>
        <p:txBody>
          <a:bodyPr lIns="0" tIns="0" rIns="0" bIns="0">
            <a:noAutofit/>
          </a:bodyPr>
          <a:lstStyle>
            <a:defPPr algn="l">
              <a:defRPr sz="4350" b="1">
                <a:solidFill>
                  <a:srgbClr val="102A35"/>
                </a:solidFill>
                <a:latin typeface="Apple SD Gothic Neo"/>
                <a:ea typeface="Apple SD Gothic Neo"/>
                <a:cs typeface="Apple SD Gothic Neo"/>
              </a:defRPr>
            </a:defPPr>
          </a:lstStyle>
          <a:p>
            <a:pPr algn="l">
              <a:lnSpc>
                <a:spcPct val="105000"/>
              </a:lnSpc>
              <a:buNone/>
              <a:defRPr sz="4350" b="1">
                <a:solidFill>
                  <a:srgbClr val="102A35"/>
                </a:solidFill>
                <a:latin typeface="Apple SD Gothic Neo"/>
                <a:ea typeface="Apple SD Gothic Neo"/>
                <a:cs typeface="Apple SD Gothic Neo"/>
              </a:defRPr>
            </a:pPr>
            <a:r>
              <a:rPr sz="4350" b="1">
                <a:solidFill>
                  <a:srgbClr val="102A35"/>
                </a:solidFill>
                <a:latin typeface="Apple SD Gothic Neo"/>
                <a:ea typeface="Apple SD Gothic Neo"/>
                <a:cs typeface="Apple SD Gothic Neo"/>
              </a:rPr>
              <a:t>보이지 않는 곳에서</a:t>
            </a:r>
          </a:p>
          <a:p>
            <a:pPr algn="l">
              <a:lnSpc>
                <a:spcPct val="105000"/>
              </a:lnSpc>
              <a:buNone/>
              <a:defRPr sz="4350" b="1">
                <a:solidFill>
                  <a:srgbClr val="102A35"/>
                </a:solidFill>
                <a:latin typeface="Apple SD Gothic Neo"/>
                <a:ea typeface="Apple SD Gothic Neo"/>
                <a:cs typeface="Apple SD Gothic Neo"/>
              </a:defRPr>
            </a:pPr>
            <a:r>
              <a:rPr sz="4350" b="1">
                <a:solidFill>
                  <a:srgbClr val="102A35"/>
                </a:solidFill>
                <a:latin typeface="Apple SD Gothic Neo"/>
                <a:ea typeface="Apple SD Gothic Neo"/>
                <a:cs typeface="Apple SD Gothic Neo"/>
              </a:rPr>
              <a:t>흙이 유실됩니다</a:t>
            </a:r>
          </a:p>
        </p:txBody>
      </p:sp>
      <p:sp>
        <p:nvSpPr>
          <p:cNvPr id="9" name="직사각형 8">
            <a:extLst>
              <a:ext uri="{FF2B5EF4-FFF2-40B4-BE49-F238E27FC236}">
                <a16:creationId xmlns:a16="http://schemas.microsoft.com/office/drawing/2014/main" id="{DD269D62-8341-469C-89E5-2BE64700361B}"/>
              </a:ext>
            </a:extLst>
          </p:cNvPr>
          <p:cNvSpPr>
            <a:spLocks noGrp="1"/>
          </p:cNvSpPr>
          <p:nvPr/>
        </p:nvSpPr>
        <p:spPr>
          <a:xfrm>
            <a:off x="571500" y="4181475"/>
            <a:ext cx="4953000" cy="2571750"/>
          </a:xfrm>
          <a:prstGeom prst="rect">
            <a:avLst/>
          </a:prstGeom>
          <a:noFill/>
          <a:ln w="0">
            <a:noFill/>
          </a:ln>
        </p:spPr>
        <p:txBody>
          <a:bodyPr lIns="0" tIns="0" rIns="0" bIns="0">
            <a:noAutofit/>
          </a:bodyPr>
          <a:lstStyle>
            <a:defPPr algn="l">
              <a:defRPr sz="2175" b="0">
                <a:solidFill>
                  <a:srgbClr val="102A35"/>
                </a:solidFill>
                <a:latin typeface="Apple SD Gothic Neo"/>
                <a:ea typeface="Apple SD Gothic Neo"/>
                <a:cs typeface="Apple SD Gothic Neo"/>
              </a:defRPr>
            </a:defPPr>
          </a:lstStyle>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01  관로 파손·누수</a:t>
            </a:r>
          </a:p>
          <a:p>
            <a:endParaRPr sz="2175" b="0">
              <a:solidFill>
                <a:srgbClr val="102A35"/>
              </a:solidFill>
              <a:latin typeface="Apple SD Gothic Neo"/>
              <a:ea typeface="Apple SD Gothic Neo"/>
              <a:cs typeface="Apple SD Gothic Neo"/>
            </a:endParaRPr>
          </a:p>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02  흙 유실·공동 형성</a:t>
            </a:r>
          </a:p>
          <a:p>
            <a:endParaRPr sz="2175" b="0">
              <a:solidFill>
                <a:srgbClr val="102A35"/>
              </a:solidFill>
              <a:latin typeface="Apple SD Gothic Neo"/>
              <a:ea typeface="Apple SD Gothic Neo"/>
              <a:cs typeface="Apple SD Gothic Neo"/>
            </a:endParaRPr>
          </a:p>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03  지지력 감소·노면 침하</a:t>
            </a:r>
          </a:p>
        </p:txBody>
      </p:sp>
      <p:sp>
        <p:nvSpPr>
          <p:cNvPr id="10" name="직사각형 9">
            <a:extLst>
              <a:ext uri="{FF2B5EF4-FFF2-40B4-BE49-F238E27FC236}">
                <a16:creationId xmlns:a16="http://schemas.microsoft.com/office/drawing/2014/main" id="{A40BB139-2FA2-4FEF-ACDD-B1E27AC154C2}"/>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일반적인 얕은 공동 발생 개념도 · 실제 명일동 사고의 재현 이미지가 아님</a:t>
            </a:r>
          </a:p>
        </p:txBody>
      </p:sp>
    </p:spTree>
    <p:extLst>
      <p:ext uri="{BB962C8B-B14F-4D97-AF65-F5344CB8AC3E}">
        <p14:creationId xmlns:p14="http://schemas.microsoft.com/office/powerpoint/2010/main" val="1668842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2F3415B2-769E-45F5-91C9-FE93094510C8}"/>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DBFEEADF-96B4-4A8B-A97C-BCE48C50C1C3}"/>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업무의 변화</a:t>
            </a:r>
          </a:p>
        </p:txBody>
      </p:sp>
      <p:sp>
        <p:nvSpPr>
          <p:cNvPr id="3" name="직사각형 2">
            <a:extLst>
              <a:ext uri="{FF2B5EF4-FFF2-40B4-BE49-F238E27FC236}">
                <a16:creationId xmlns:a16="http://schemas.microsoft.com/office/drawing/2014/main" id="{70C43E09-4C93-4B78-B49F-3EC45B824C8B}"/>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F38F7A90-A16C-40D8-8848-F18201ECA31C}"/>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기존 탐사와 GroundWatch의 보완 지점</a:t>
            </a:r>
          </a:p>
        </p:txBody>
      </p:sp>
      <p:sp>
        <p:nvSpPr>
          <p:cNvPr id="5" name="직사각형 4">
            <a:extLst>
              <a:ext uri="{FF2B5EF4-FFF2-40B4-BE49-F238E27FC236}">
                <a16:creationId xmlns:a16="http://schemas.microsoft.com/office/drawing/2014/main" id="{AFBACBF4-2526-49A4-8CB0-090CEE3B6AC3}"/>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F33FD419-75A5-43AC-BD1F-D83BC03D2C3C}"/>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04</a:t>
            </a:r>
          </a:p>
        </p:txBody>
      </p:sp>
      <p:sp>
        <p:nvSpPr>
          <p:cNvPr id="7" name="직사각형 6">
            <a:extLst>
              <a:ext uri="{FF2B5EF4-FFF2-40B4-BE49-F238E27FC236}">
                <a16:creationId xmlns:a16="http://schemas.microsoft.com/office/drawing/2014/main" id="{1441453E-45B7-47FC-827B-1EFF8D50BC06}"/>
              </a:ext>
            </a:extLst>
          </p:cNvPr>
          <p:cNvSpPr>
            <a:spLocks noGrp="1"/>
          </p:cNvSpPr>
          <p:nvPr/>
        </p:nvSpPr>
        <p:spPr>
          <a:xfrm>
            <a:off x="533400" y="2038350"/>
            <a:ext cx="6953250" cy="571500"/>
          </a:xfrm>
          <a:prstGeom prst="rect">
            <a:avLst/>
          </a:prstGeom>
          <a:noFill/>
          <a:ln w="0">
            <a:noFill/>
          </a:ln>
        </p:spPr>
        <p:txBody>
          <a:bodyPr lIns="0" tIns="0" rIns="0" bIns="0">
            <a:noAutofit/>
          </a:bodyPr>
          <a:lstStyle>
            <a:defPPr algn="l">
              <a:defRPr sz="2700" b="1">
                <a:solidFill>
                  <a:srgbClr val="007D80"/>
                </a:solidFill>
                <a:latin typeface="Apple SD Gothic Neo"/>
                <a:ea typeface="Apple SD Gothic Neo"/>
                <a:cs typeface="Apple SD Gothic Neo"/>
              </a:defRPr>
            </a:defPPr>
          </a:lstStyle>
          <a:p>
            <a:pPr algn="l">
              <a:lnSpc>
                <a:spcPct val="105000"/>
              </a:lnSpc>
              <a:buNone/>
              <a:defRPr sz="2700" b="1">
                <a:solidFill>
                  <a:srgbClr val="007D80"/>
                </a:solidFill>
                <a:latin typeface="Apple SD Gothic Neo"/>
                <a:ea typeface="Apple SD Gothic Neo"/>
                <a:cs typeface="Apple SD Gothic Neo"/>
              </a:defRPr>
            </a:pPr>
            <a:r>
              <a:rPr sz="2700" b="1">
                <a:solidFill>
                  <a:srgbClr val="007D80"/>
                </a:solidFill>
                <a:latin typeface="Apple SD Gothic Neo"/>
                <a:ea typeface="Apple SD Gothic Neo"/>
                <a:cs typeface="Apple SD Gothic Neo"/>
              </a:rPr>
              <a:t>현재 확인된 업무</a:t>
            </a:r>
          </a:p>
        </p:txBody>
      </p:sp>
      <p:sp>
        <p:nvSpPr>
          <p:cNvPr id="8" name="직사각형 7">
            <a:extLst>
              <a:ext uri="{FF2B5EF4-FFF2-40B4-BE49-F238E27FC236}">
                <a16:creationId xmlns:a16="http://schemas.microsoft.com/office/drawing/2014/main" id="{423BAB35-3C30-4EFC-BE1B-250714A50E0F}"/>
              </a:ext>
            </a:extLst>
          </p:cNvPr>
          <p:cNvSpPr>
            <a:spLocks noGrp="1"/>
          </p:cNvSpPr>
          <p:nvPr/>
        </p:nvSpPr>
        <p:spPr>
          <a:xfrm>
            <a:off x="533400" y="3028950"/>
            <a:ext cx="6953250" cy="1428750"/>
          </a:xfrm>
          <a:prstGeom prst="rect">
            <a:avLst/>
          </a:prstGeom>
          <a:noFill/>
          <a:ln w="0">
            <a:noFill/>
          </a:ln>
        </p:spPr>
        <p:txBody>
          <a:bodyPr lIns="0" tIns="0" rIns="0" bIns="0">
            <a:noAutofit/>
          </a:bodyPr>
          <a:lstStyle>
            <a:defPPr algn="l">
              <a:defRPr sz="3225" b="1">
                <a:solidFill>
                  <a:srgbClr val="102A35"/>
                </a:solidFill>
                <a:latin typeface="Apple SD Gothic Neo"/>
                <a:ea typeface="Apple SD Gothic Neo"/>
                <a:cs typeface="Apple SD Gothic Neo"/>
              </a:defRPr>
            </a:defPPr>
          </a:lstStyle>
          <a:p>
            <a:pPr algn="l">
              <a:lnSpc>
                <a:spcPct val="105000"/>
              </a:lnSpc>
              <a:buNone/>
              <a:defRPr sz="3225" b="1">
                <a:solidFill>
                  <a:srgbClr val="102A35"/>
                </a:solidFill>
                <a:latin typeface="Apple SD Gothic Neo"/>
                <a:ea typeface="Apple SD Gothic Neo"/>
                <a:cs typeface="Apple SD Gothic Neo"/>
              </a:defRPr>
            </a:pPr>
            <a:r>
              <a:rPr sz="3225" b="1">
                <a:solidFill>
                  <a:srgbClr val="102A35"/>
                </a:solidFill>
                <a:latin typeface="Apple SD Gothic Neo"/>
                <a:ea typeface="Apple SD Gothic Neo"/>
                <a:cs typeface="Apple SD Gothic Neo"/>
              </a:rPr>
              <a:t>서울시는 GPR로 공동을 조사하고</a:t>
            </a:r>
          </a:p>
          <a:p>
            <a:pPr algn="l">
              <a:lnSpc>
                <a:spcPct val="105000"/>
              </a:lnSpc>
              <a:buNone/>
              <a:defRPr sz="3225" b="1">
                <a:solidFill>
                  <a:srgbClr val="102A35"/>
                </a:solidFill>
                <a:latin typeface="Apple SD Gothic Neo"/>
                <a:ea typeface="Apple SD Gothic Neo"/>
                <a:cs typeface="Apple SD Gothic Neo"/>
              </a:defRPr>
            </a:pPr>
            <a:r>
              <a:rPr sz="3225" b="1">
                <a:solidFill>
                  <a:srgbClr val="102A35"/>
                </a:solidFill>
                <a:latin typeface="Apple SD Gothic Neo"/>
                <a:ea typeface="Apple SD Gothic Neo"/>
                <a:cs typeface="Apple SD Gothic Neo"/>
              </a:rPr>
              <a:t>위치와 복구 현황을 공개합니다</a:t>
            </a:r>
          </a:p>
        </p:txBody>
      </p:sp>
      <p:sp>
        <p:nvSpPr>
          <p:cNvPr id="9" name="직사각형 8">
            <a:extLst>
              <a:ext uri="{FF2B5EF4-FFF2-40B4-BE49-F238E27FC236}">
                <a16:creationId xmlns:a16="http://schemas.microsoft.com/office/drawing/2014/main" id="{00FA0F44-3D76-44E6-B73E-E4C585B360A3}"/>
              </a:ext>
            </a:extLst>
          </p:cNvPr>
          <p:cNvSpPr>
            <a:spLocks noGrp="1"/>
          </p:cNvSpPr>
          <p:nvPr/>
        </p:nvSpPr>
        <p:spPr>
          <a:xfrm>
            <a:off x="533400" y="5124450"/>
            <a:ext cx="6572250" cy="14288"/>
          </a:xfrm>
          <a:prstGeom prst="rect">
            <a:avLst/>
          </a:prstGeom>
          <a:solidFill>
            <a:srgbClr val="CCD5D0"/>
          </a:solidFill>
          <a:ln w="0">
            <a:noFill/>
          </a:ln>
        </p:spPr>
        <p:txBody>
          <a:bodyPr/>
          <a:lstStyle/>
          <a:p>
            <a:endParaRPr lang="ko-KR" altLang="en-US"/>
          </a:p>
        </p:txBody>
      </p:sp>
      <p:sp>
        <p:nvSpPr>
          <p:cNvPr id="10" name="직사각형 9">
            <a:extLst>
              <a:ext uri="{FF2B5EF4-FFF2-40B4-BE49-F238E27FC236}">
                <a16:creationId xmlns:a16="http://schemas.microsoft.com/office/drawing/2014/main" id="{AE4C7BAF-50D0-4024-816B-1A40842209BA}"/>
              </a:ext>
            </a:extLst>
          </p:cNvPr>
          <p:cNvSpPr>
            <a:spLocks noGrp="1"/>
          </p:cNvSpPr>
          <p:nvPr/>
        </p:nvSpPr>
        <p:spPr>
          <a:xfrm>
            <a:off x="533400" y="5486400"/>
            <a:ext cx="6477000" cy="666750"/>
          </a:xfrm>
          <a:prstGeom prst="rect">
            <a:avLst/>
          </a:prstGeom>
          <a:noFill/>
          <a:ln w="0">
            <a:noFill/>
          </a:ln>
        </p:spPr>
        <p:txBody>
          <a:bodyPr lIns="0" tIns="0" rIns="0" bIns="0">
            <a:noAutofit/>
          </a:bodyPr>
          <a:lstStyle>
            <a:defPPr algn="l">
              <a:defRPr sz="2100" b="0">
                <a:solidFill>
                  <a:srgbClr val="657779"/>
                </a:solidFill>
                <a:latin typeface="Apple SD Gothic Neo"/>
                <a:ea typeface="Apple SD Gothic Neo"/>
                <a:cs typeface="Apple SD Gothic Neo"/>
              </a:defRPr>
            </a:defPPr>
          </a:lstStyle>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탐사와 조치 이력</a:t>
            </a:r>
          </a:p>
        </p:txBody>
      </p:sp>
      <p:sp>
        <p:nvSpPr>
          <p:cNvPr id="11" name="직사각형 10">
            <a:extLst>
              <a:ext uri="{FF2B5EF4-FFF2-40B4-BE49-F238E27FC236}">
                <a16:creationId xmlns:a16="http://schemas.microsoft.com/office/drawing/2014/main" id="{AE521953-44D2-4908-BE7B-E0377533DC28}"/>
              </a:ext>
            </a:extLst>
          </p:cNvPr>
          <p:cNvSpPr>
            <a:spLocks noGrp="1"/>
          </p:cNvSpPr>
          <p:nvPr/>
        </p:nvSpPr>
        <p:spPr>
          <a:xfrm>
            <a:off x="8334375" y="2038350"/>
            <a:ext cx="6191250" cy="571500"/>
          </a:xfrm>
          <a:prstGeom prst="rect">
            <a:avLst/>
          </a:prstGeom>
          <a:noFill/>
          <a:ln w="0">
            <a:noFill/>
          </a:ln>
        </p:spPr>
        <p:txBody>
          <a:bodyPr lIns="0" tIns="0" rIns="0" bIns="0">
            <a:noAutofit/>
          </a:bodyPr>
          <a:lstStyle>
            <a:defPPr algn="l">
              <a:defRPr sz="2700" b="1">
                <a:solidFill>
                  <a:srgbClr val="007D80"/>
                </a:solidFill>
                <a:latin typeface="Apple SD Gothic Neo"/>
                <a:ea typeface="Apple SD Gothic Neo"/>
                <a:cs typeface="Apple SD Gothic Neo"/>
              </a:defRPr>
            </a:defPPr>
          </a:lstStyle>
          <a:p>
            <a:pPr algn="l">
              <a:lnSpc>
                <a:spcPct val="105000"/>
              </a:lnSpc>
              <a:buNone/>
              <a:defRPr sz="2700" b="1">
                <a:solidFill>
                  <a:srgbClr val="007D80"/>
                </a:solidFill>
                <a:latin typeface="Apple SD Gothic Neo"/>
                <a:ea typeface="Apple SD Gothic Neo"/>
                <a:cs typeface="Apple SD Gothic Neo"/>
              </a:defRPr>
            </a:pPr>
            <a:r>
              <a:rPr sz="2700" b="1">
                <a:solidFill>
                  <a:srgbClr val="007D80"/>
                </a:solidFill>
                <a:latin typeface="Apple SD Gothic Neo"/>
                <a:ea typeface="Apple SD Gothic Neo"/>
                <a:cs typeface="Apple SD Gothic Neo"/>
              </a:rPr>
              <a:t>추가로 관리할 질문</a:t>
            </a:r>
          </a:p>
        </p:txBody>
      </p:sp>
      <p:sp>
        <p:nvSpPr>
          <p:cNvPr id="12" name="직사각형 11">
            <a:extLst>
              <a:ext uri="{FF2B5EF4-FFF2-40B4-BE49-F238E27FC236}">
                <a16:creationId xmlns:a16="http://schemas.microsoft.com/office/drawing/2014/main" id="{619AE5F0-9CF1-4CA2-B986-F6DAD14628C7}"/>
              </a:ext>
            </a:extLst>
          </p:cNvPr>
          <p:cNvSpPr>
            <a:spLocks noGrp="1"/>
          </p:cNvSpPr>
          <p:nvPr/>
        </p:nvSpPr>
        <p:spPr>
          <a:xfrm>
            <a:off x="8334375" y="3057525"/>
            <a:ext cx="6191250" cy="2152650"/>
          </a:xfrm>
          <a:prstGeom prst="rect">
            <a:avLst/>
          </a:prstGeom>
          <a:noFill/>
          <a:ln w="0">
            <a:noFill/>
          </a:ln>
        </p:spPr>
        <p:txBody>
          <a:bodyPr lIns="0" tIns="0" rIns="0" bIns="0">
            <a:noAutofit/>
          </a:bodyPr>
          <a:lstStyle>
            <a:defPPr algn="l">
              <a:defRPr sz="3150" b="1">
                <a:solidFill>
                  <a:srgbClr val="102A35"/>
                </a:solidFill>
                <a:latin typeface="Apple SD Gothic Neo"/>
                <a:ea typeface="Apple SD Gothic Neo"/>
                <a:cs typeface="Apple SD Gothic Neo"/>
              </a:defRPr>
            </a:defPPr>
          </a:lstStyle>
          <a:p>
            <a:pPr algn="l">
              <a:lnSpc>
                <a:spcPct val="105000"/>
              </a:lnSpc>
              <a:buNone/>
              <a:defRPr sz="3150" b="1">
                <a:solidFill>
                  <a:srgbClr val="102A35"/>
                </a:solidFill>
                <a:latin typeface="Apple SD Gothic Neo"/>
                <a:ea typeface="Apple SD Gothic Neo"/>
                <a:cs typeface="Apple SD Gothic Neo"/>
              </a:defRPr>
            </a:pPr>
            <a:r>
              <a:rPr sz="3150" b="1">
                <a:solidFill>
                  <a:srgbClr val="102A35"/>
                </a:solidFill>
                <a:latin typeface="Apple SD Gothic Neo"/>
                <a:ea typeface="Apple SD Gothic Neo"/>
                <a:cs typeface="Apple SD Gothic Neo"/>
              </a:rPr>
              <a:t>언제 처음 나타났는가?</a:t>
            </a:r>
          </a:p>
          <a:p>
            <a:pPr algn="l">
              <a:lnSpc>
                <a:spcPct val="105000"/>
              </a:lnSpc>
              <a:buNone/>
              <a:defRPr sz="3150" b="1">
                <a:solidFill>
                  <a:srgbClr val="102A35"/>
                </a:solidFill>
                <a:latin typeface="Apple SD Gothic Neo"/>
                <a:ea typeface="Apple SD Gothic Neo"/>
                <a:cs typeface="Apple SD Gothic Neo"/>
              </a:defRPr>
            </a:pPr>
            <a:r>
              <a:rPr sz="3150" b="1">
                <a:solidFill>
                  <a:srgbClr val="102A35"/>
                </a:solidFill>
                <a:latin typeface="Apple SD Gothic Neo"/>
                <a:ea typeface="Apple SD Gothic Neo"/>
                <a:cs typeface="Apple SD Gothic Neo"/>
              </a:rPr>
              <a:t>이전보다 달라졌는가?</a:t>
            </a:r>
          </a:p>
          <a:p>
            <a:pPr algn="l">
              <a:lnSpc>
                <a:spcPct val="105000"/>
              </a:lnSpc>
              <a:buNone/>
              <a:defRPr sz="3150" b="1">
                <a:solidFill>
                  <a:srgbClr val="102A35"/>
                </a:solidFill>
                <a:latin typeface="Apple SD Gothic Neo"/>
                <a:ea typeface="Apple SD Gothic Neo"/>
                <a:cs typeface="Apple SD Gothic Neo"/>
              </a:defRPr>
            </a:pPr>
            <a:r>
              <a:rPr sz="3150" b="1">
                <a:solidFill>
                  <a:srgbClr val="102A35"/>
                </a:solidFill>
                <a:latin typeface="Apple SD Gothic Neo"/>
                <a:ea typeface="Apple SD Gothic Neo"/>
                <a:cs typeface="Apple SD Gothic Neo"/>
              </a:rPr>
              <a:t>다음에는 어디를 확인할까?</a:t>
            </a:r>
          </a:p>
        </p:txBody>
      </p:sp>
      <p:sp>
        <p:nvSpPr>
          <p:cNvPr id="13" name="직사각형 12">
            <a:extLst>
              <a:ext uri="{FF2B5EF4-FFF2-40B4-BE49-F238E27FC236}">
                <a16:creationId xmlns:a16="http://schemas.microsoft.com/office/drawing/2014/main" id="{6CBB8F37-8847-42FD-810F-16F93E3E5C08}"/>
              </a:ext>
            </a:extLst>
          </p:cNvPr>
          <p:cNvSpPr>
            <a:spLocks noGrp="1"/>
          </p:cNvSpPr>
          <p:nvPr/>
        </p:nvSpPr>
        <p:spPr>
          <a:xfrm>
            <a:off x="533400" y="6762750"/>
            <a:ext cx="14173200" cy="14288"/>
          </a:xfrm>
          <a:prstGeom prst="rect">
            <a:avLst/>
          </a:prstGeom>
          <a:solidFill>
            <a:srgbClr val="CCD5D0"/>
          </a:solidFill>
          <a:ln w="0">
            <a:noFill/>
          </a:ln>
        </p:spPr>
        <p:txBody>
          <a:bodyPr/>
          <a:lstStyle/>
          <a:p>
            <a:endParaRPr lang="ko-KR" altLang="en-US"/>
          </a:p>
        </p:txBody>
      </p:sp>
      <p:sp>
        <p:nvSpPr>
          <p:cNvPr id="14" name="직사각형 13">
            <a:extLst>
              <a:ext uri="{FF2B5EF4-FFF2-40B4-BE49-F238E27FC236}">
                <a16:creationId xmlns:a16="http://schemas.microsoft.com/office/drawing/2014/main" id="{70B2C14E-A55E-4B15-97B0-76AAA2543A6B}"/>
              </a:ext>
            </a:extLst>
          </p:cNvPr>
          <p:cNvSpPr>
            <a:spLocks noGrp="1"/>
          </p:cNvSpPr>
          <p:nvPr/>
        </p:nvSpPr>
        <p:spPr>
          <a:xfrm>
            <a:off x="533400" y="6953250"/>
            <a:ext cx="13906500" cy="685800"/>
          </a:xfrm>
          <a:prstGeom prst="rect">
            <a:avLst/>
          </a:prstGeom>
          <a:noFill/>
          <a:ln w="0">
            <a:noFill/>
          </a:ln>
        </p:spPr>
        <p:txBody>
          <a:bodyPr lIns="0" tIns="0" rIns="0" bIns="0">
            <a:noAutofit/>
          </a:bodyPr>
          <a:lstStyle>
            <a:defPPr algn="l">
              <a:defRPr sz="2400" b="1">
                <a:solidFill>
                  <a:srgbClr val="007D80"/>
                </a:solidFill>
                <a:latin typeface="Apple SD Gothic Neo"/>
                <a:ea typeface="Apple SD Gothic Neo"/>
                <a:cs typeface="Apple SD Gothic Neo"/>
              </a:defRPr>
            </a:defPPr>
          </a:lstStyle>
          <a:p>
            <a:pPr algn="l">
              <a:lnSpc>
                <a:spcPct val="105000"/>
              </a:lnSpc>
              <a:buNone/>
              <a:defRPr sz="2400" b="1">
                <a:solidFill>
                  <a:srgbClr val="007D80"/>
                </a:solidFill>
                <a:latin typeface="Apple SD Gothic Neo"/>
                <a:ea typeface="Apple SD Gothic Neo"/>
                <a:cs typeface="Apple SD Gothic Neo"/>
              </a:defRPr>
            </a:pPr>
            <a:r>
              <a:rPr sz="2400" b="1">
                <a:solidFill>
                  <a:srgbClr val="007D80"/>
                </a:solidFill>
                <a:latin typeface="Apple SD Gothic Neo"/>
                <a:ea typeface="Apple SD Gothic Neo"/>
                <a:cs typeface="Apple SD Gothic Neo"/>
              </a:rPr>
              <a:t>같은 지점을 비교하고, 다음 재확인 업무로 연결합니다.</a:t>
            </a:r>
          </a:p>
        </p:txBody>
      </p:sp>
      <p:sp>
        <p:nvSpPr>
          <p:cNvPr id="15" name="직사각형 14">
            <a:extLst>
              <a:ext uri="{FF2B5EF4-FFF2-40B4-BE49-F238E27FC236}">
                <a16:creationId xmlns:a16="http://schemas.microsoft.com/office/drawing/2014/main" id="{3C0773D3-5220-4AB9-92D1-EE64C3C71B7E}"/>
              </a:ext>
            </a:extLst>
          </p:cNvPr>
          <p:cNvSpPr>
            <a:spLocks noGrp="1"/>
          </p:cNvSpPr>
          <p:nvPr/>
        </p:nvSpPr>
        <p:spPr>
          <a:xfrm>
            <a:off x="533400" y="7724775"/>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[추가 확인 필요] 기존 시스템의 회차 비교 기능과 짧은 반복 주기 수요</a:t>
            </a:r>
          </a:p>
        </p:txBody>
      </p:sp>
    </p:spTree>
    <p:extLst>
      <p:ext uri="{BB962C8B-B14F-4D97-AF65-F5344CB8AC3E}">
        <p14:creationId xmlns:p14="http://schemas.microsoft.com/office/powerpoint/2010/main" val="774632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47C53327-BAC7-46CF-B819-A73A824BEA2A}"/>
              </a:ext>
            </a:extLst>
          </p:cNvPr>
          <p:cNvPicPr>
            <a:picLocks noChangeAspect="1"/>
          </p:cNvPicPr>
          <p:nvPr/>
        </p:nvPicPr>
        <p:blipFill>
          <a:blip r:embed="rId3"/>
          <a:srcRect t="27" b="27"/>
          <a:stretch>
            <a:fillRect/>
          </a:stretch>
        </p:blipFill>
        <p:spPr>
          <a:xfrm>
            <a:off x="0" y="0"/>
            <a:ext cx="15240000" cy="8572500"/>
          </a:xfrm>
          <a:prstGeom prst="rect">
            <a:avLst/>
          </a:prstGeom>
        </p:spPr>
      </p:pic>
      <p:sp>
        <p:nvSpPr>
          <p:cNvPr id="2" name="직사각형 1">
            <a:extLst>
              <a:ext uri="{FF2B5EF4-FFF2-40B4-BE49-F238E27FC236}">
                <a16:creationId xmlns:a16="http://schemas.microsoft.com/office/drawing/2014/main" id="{11834A83-C9C6-4AB9-A1EA-ADA12F3223C1}"/>
              </a:ext>
            </a:extLst>
          </p:cNvPr>
          <p:cNvSpPr>
            <a:spLocks noGrp="1"/>
          </p:cNvSpPr>
          <p:nvPr/>
        </p:nvSpPr>
        <p:spPr>
          <a:xfrm>
            <a:off x="0" y="0"/>
            <a:ext cx="7905750" cy="8572500"/>
          </a:xfrm>
          <a:prstGeom prst="rect">
            <a:avLst/>
          </a:prstGeom>
          <a:solidFill>
            <a:srgbClr val="071E29">
              <a:alpha val="90000"/>
            </a:srgbClr>
          </a:solidFill>
          <a:ln w="0">
            <a:noFill/>
          </a:ln>
        </p:spPr>
        <p:txBody>
          <a:bodyPr/>
          <a:lstStyle/>
          <a:p>
            <a:endParaRPr lang="ko-KR" altLang="en-US"/>
          </a:p>
        </p:txBody>
      </p:sp>
      <p:sp>
        <p:nvSpPr>
          <p:cNvPr id="3" name="직사각형 2">
            <a:extLst>
              <a:ext uri="{FF2B5EF4-FFF2-40B4-BE49-F238E27FC236}">
                <a16:creationId xmlns:a16="http://schemas.microsoft.com/office/drawing/2014/main" id="{272A0540-8F2F-49CA-A282-5E5965A35CFC}"/>
              </a:ext>
            </a:extLst>
          </p:cNvPr>
          <p:cNvSpPr>
            <a:spLocks noGrp="1"/>
          </p:cNvSpPr>
          <p:nvPr/>
        </p:nvSpPr>
        <p:spPr>
          <a:xfrm>
            <a:off x="552450" y="809625"/>
            <a:ext cx="6858000" cy="1047750"/>
          </a:xfrm>
          <a:prstGeom prst="rect">
            <a:avLst/>
          </a:prstGeom>
          <a:noFill/>
          <a:ln w="0">
            <a:noFill/>
          </a:ln>
        </p:spPr>
        <p:txBody>
          <a:bodyPr lIns="0" tIns="0" rIns="0" bIns="0">
            <a:noAutofit/>
          </a:bodyPr>
          <a:lstStyle>
            <a:defPPr algn="l">
              <a:defRPr sz="6750" b="1">
                <a:solidFill>
                  <a:srgbClr val="A9F2CE"/>
                </a:solidFill>
                <a:latin typeface="Apple SD Gothic Neo"/>
                <a:ea typeface="Apple SD Gothic Neo"/>
                <a:cs typeface="Apple SD Gothic Neo"/>
              </a:defRPr>
            </a:defPPr>
          </a:lstStyle>
          <a:p>
            <a:pPr algn="l">
              <a:lnSpc>
                <a:spcPct val="105000"/>
              </a:lnSpc>
              <a:buNone/>
              <a:defRPr sz="6750" b="1">
                <a:solidFill>
                  <a:srgbClr val="A9F2CE"/>
                </a:solidFill>
                <a:latin typeface="Apple SD Gothic Neo"/>
                <a:ea typeface="Apple SD Gothic Neo"/>
                <a:cs typeface="Apple SD Gothic Neo"/>
              </a:defRPr>
            </a:pPr>
            <a:r>
              <a:rPr sz="6750" b="1">
                <a:solidFill>
                  <a:srgbClr val="A9F2CE"/>
                </a:solidFill>
                <a:latin typeface="Apple SD Gothic Neo"/>
                <a:ea typeface="Apple SD Gothic Neo"/>
                <a:cs typeface="Apple SD Gothic Neo"/>
              </a:rPr>
              <a:t>PV5</a:t>
            </a:r>
          </a:p>
        </p:txBody>
      </p:sp>
      <p:sp>
        <p:nvSpPr>
          <p:cNvPr id="4" name="직사각형 3">
            <a:extLst>
              <a:ext uri="{FF2B5EF4-FFF2-40B4-BE49-F238E27FC236}">
                <a16:creationId xmlns:a16="http://schemas.microsoft.com/office/drawing/2014/main" id="{BC7E0C86-B96C-4D30-B84F-0FC94A025D86}"/>
              </a:ext>
            </a:extLst>
          </p:cNvPr>
          <p:cNvSpPr>
            <a:spLocks noGrp="1"/>
          </p:cNvSpPr>
          <p:nvPr/>
        </p:nvSpPr>
        <p:spPr>
          <a:xfrm>
            <a:off x="552450" y="1952625"/>
            <a:ext cx="7096125" cy="952500"/>
          </a:xfrm>
          <a:prstGeom prst="rect">
            <a:avLst/>
          </a:prstGeom>
          <a:noFill/>
          <a:ln w="0">
            <a:noFill/>
          </a:ln>
        </p:spPr>
        <p:txBody>
          <a:bodyPr lIns="0" tIns="0" rIns="0" bIns="0">
            <a:noAutofit/>
          </a:bodyPr>
          <a:lstStyle>
            <a:defPPr algn="l">
              <a:defRPr sz="5625" b="1">
                <a:solidFill>
                  <a:srgbClr val="FFFFFF"/>
                </a:solidFill>
                <a:latin typeface="Apple SD Gothic Neo"/>
                <a:ea typeface="Apple SD Gothic Neo"/>
                <a:cs typeface="Apple SD Gothic Neo"/>
              </a:defRPr>
            </a:defPPr>
          </a:lstStyle>
          <a:p>
            <a:pPr algn="l">
              <a:lnSpc>
                <a:spcPct val="105000"/>
              </a:lnSpc>
              <a:buNone/>
              <a:defRPr sz="5625" b="1">
                <a:solidFill>
                  <a:srgbClr val="FFFFFF"/>
                </a:solidFill>
                <a:latin typeface="Apple SD Gothic Neo"/>
                <a:ea typeface="Apple SD Gothic Neo"/>
                <a:cs typeface="Apple SD Gothic Neo"/>
              </a:defRPr>
            </a:pPr>
            <a:r>
              <a:rPr sz="5625" b="1">
                <a:solidFill>
                  <a:srgbClr val="FFFFFF"/>
                </a:solidFill>
                <a:latin typeface="Apple SD Gothic Neo"/>
                <a:ea typeface="Apple SD Gothic Neo"/>
                <a:cs typeface="Apple SD Gothic Neo"/>
              </a:rPr>
              <a:t>GroundWatch</a:t>
            </a:r>
          </a:p>
        </p:txBody>
      </p:sp>
      <p:sp>
        <p:nvSpPr>
          <p:cNvPr id="5" name="직사각형 4">
            <a:extLst>
              <a:ext uri="{FF2B5EF4-FFF2-40B4-BE49-F238E27FC236}">
                <a16:creationId xmlns:a16="http://schemas.microsoft.com/office/drawing/2014/main" id="{99BCC9C2-C434-4B81-A656-AAEF441636FE}"/>
              </a:ext>
            </a:extLst>
          </p:cNvPr>
          <p:cNvSpPr>
            <a:spLocks noGrp="1"/>
          </p:cNvSpPr>
          <p:nvPr/>
        </p:nvSpPr>
        <p:spPr>
          <a:xfrm>
            <a:off x="590550" y="3381375"/>
            <a:ext cx="6858000" cy="666750"/>
          </a:xfrm>
          <a:prstGeom prst="rect">
            <a:avLst/>
          </a:prstGeom>
          <a:noFill/>
          <a:ln w="0">
            <a:noFill/>
          </a:ln>
        </p:spPr>
        <p:txBody>
          <a:bodyPr lIns="0" tIns="0" rIns="0" bIns="0">
            <a:noAutofit/>
          </a:bodyPr>
          <a:lstStyle>
            <a:defPPr algn="l">
              <a:defRPr sz="3000" b="1">
                <a:solidFill>
                  <a:srgbClr val="FFFFFF"/>
                </a:solidFill>
                <a:latin typeface="Apple SD Gothic Neo"/>
                <a:ea typeface="Apple SD Gothic Neo"/>
                <a:cs typeface="Apple SD Gothic Neo"/>
              </a:defRPr>
            </a:defPPr>
          </a:lstStyle>
          <a:p>
            <a:pPr algn="l">
              <a:lnSpc>
                <a:spcPct val="105000"/>
              </a:lnSpc>
              <a:buNone/>
              <a:defRPr sz="3000" b="1">
                <a:solidFill>
                  <a:srgbClr val="FFFFFF"/>
                </a:solidFill>
                <a:latin typeface="Apple SD Gothic Neo"/>
                <a:ea typeface="Apple SD Gothic Neo"/>
                <a:cs typeface="Apple SD Gothic Neo"/>
              </a:defRPr>
            </a:pPr>
            <a:r>
              <a:rPr sz="3000" b="1">
                <a:solidFill>
                  <a:srgbClr val="FFFFFF"/>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8F0A7AE1-A7F1-498F-9DBD-9555009FB7C2}"/>
              </a:ext>
            </a:extLst>
          </p:cNvPr>
          <p:cNvSpPr>
            <a:spLocks noGrp="1"/>
          </p:cNvSpPr>
          <p:nvPr/>
        </p:nvSpPr>
        <p:spPr>
          <a:xfrm>
            <a:off x="590550" y="4581525"/>
            <a:ext cx="6715125" cy="1638300"/>
          </a:xfrm>
          <a:prstGeom prst="rect">
            <a:avLst/>
          </a:prstGeom>
          <a:noFill/>
          <a:ln w="0">
            <a:noFill/>
          </a:ln>
        </p:spPr>
        <p:txBody>
          <a:bodyPr lIns="0" tIns="0" rIns="0" bIns="0">
            <a:noAutofit/>
          </a:bodyPr>
          <a:lstStyle>
            <a:defPPr algn="l">
              <a:defRPr sz="2625" b="0">
                <a:solidFill>
                  <a:srgbClr val="D7E4DE"/>
                </a:solidFill>
                <a:latin typeface="Apple SD Gothic Neo"/>
                <a:ea typeface="Apple SD Gothic Neo"/>
                <a:cs typeface="Apple SD Gothic Neo"/>
              </a:defRPr>
            </a:defPPr>
          </a:lstStyle>
          <a:p>
            <a:pPr algn="l">
              <a:lnSpc>
                <a:spcPct val="105000"/>
              </a:lnSpc>
              <a:buNone/>
              <a:defRPr sz="2625" b="0">
                <a:solidFill>
                  <a:srgbClr val="D7E4DE"/>
                </a:solidFill>
                <a:latin typeface="Apple SD Gothic Neo"/>
                <a:ea typeface="Apple SD Gothic Neo"/>
                <a:cs typeface="Apple SD Gothic Neo"/>
              </a:defRPr>
            </a:pPr>
            <a:r>
              <a:rPr sz="2625" b="0">
                <a:solidFill>
                  <a:srgbClr val="D7E4DE"/>
                </a:solidFill>
                <a:latin typeface="Apple SD Gothic Neo"/>
                <a:ea typeface="Apple SD Gothic Neo"/>
                <a:cs typeface="Apple SD Gothic Neo"/>
              </a:rPr>
              <a:t>같은 도로를 반복 측정해</a:t>
            </a:r>
          </a:p>
          <a:p>
            <a:pPr algn="l">
              <a:lnSpc>
                <a:spcPct val="105000"/>
              </a:lnSpc>
              <a:buNone/>
              <a:defRPr sz="2625" b="0">
                <a:solidFill>
                  <a:srgbClr val="D7E4DE"/>
                </a:solidFill>
                <a:latin typeface="Apple SD Gothic Neo"/>
                <a:ea typeface="Apple SD Gothic Neo"/>
                <a:cs typeface="Apple SD Gothic Neo"/>
              </a:defRPr>
            </a:pPr>
            <a:r>
              <a:rPr sz="2625" b="0">
                <a:solidFill>
                  <a:srgbClr val="D7E4DE"/>
                </a:solidFill>
                <a:latin typeface="Apple SD Gothic Neo"/>
                <a:ea typeface="Apple SD Gothic Neo"/>
                <a:cs typeface="Apple SD Gothic Neo"/>
              </a:rPr>
              <a:t>지하 공동의 변화를 찾아내는</a:t>
            </a:r>
          </a:p>
          <a:p>
            <a:pPr algn="l">
              <a:lnSpc>
                <a:spcPct val="105000"/>
              </a:lnSpc>
              <a:buNone/>
              <a:defRPr sz="2625" b="0">
                <a:solidFill>
                  <a:srgbClr val="D7E4DE"/>
                </a:solidFill>
                <a:latin typeface="Apple SD Gothic Neo"/>
                <a:ea typeface="Apple SD Gothic Neo"/>
                <a:cs typeface="Apple SD Gothic Neo"/>
              </a:defRPr>
            </a:pPr>
            <a:r>
              <a:rPr sz="2625" b="0">
                <a:solidFill>
                  <a:srgbClr val="D7E4DE"/>
                </a:solidFill>
                <a:latin typeface="Apple SD Gothic Neo"/>
                <a:ea typeface="Apple SD Gothic Neo"/>
                <a:cs typeface="Apple SD Gothic Neo"/>
              </a:rPr>
              <a:t>도심형 지하 안전관제 시스템</a:t>
            </a:r>
          </a:p>
        </p:txBody>
      </p:sp>
      <p:sp>
        <p:nvSpPr>
          <p:cNvPr id="7" name="직사각형 6">
            <a:extLst>
              <a:ext uri="{FF2B5EF4-FFF2-40B4-BE49-F238E27FC236}">
                <a16:creationId xmlns:a16="http://schemas.microsoft.com/office/drawing/2014/main" id="{65103948-30BC-4B89-B6AF-761F3C9AC8A3}"/>
              </a:ext>
            </a:extLst>
          </p:cNvPr>
          <p:cNvSpPr>
            <a:spLocks noGrp="1"/>
          </p:cNvSpPr>
          <p:nvPr/>
        </p:nvSpPr>
        <p:spPr>
          <a:xfrm>
            <a:off x="590550" y="7381875"/>
            <a:ext cx="6762750" cy="552450"/>
          </a:xfrm>
          <a:prstGeom prst="rect">
            <a:avLst/>
          </a:prstGeom>
          <a:noFill/>
          <a:ln w="0">
            <a:noFill/>
          </a:ln>
        </p:spPr>
        <p:txBody>
          <a:bodyPr lIns="0" tIns="0" rIns="0" bIns="0">
            <a:noAutofit/>
          </a:bodyPr>
          <a:lstStyle>
            <a:defPPr algn="l">
              <a:defRPr sz="2250" b="1">
                <a:solidFill>
                  <a:srgbClr val="A9F2CE"/>
                </a:solidFill>
                <a:latin typeface="Apple SD Gothic Neo"/>
                <a:ea typeface="Apple SD Gothic Neo"/>
                <a:cs typeface="Apple SD Gothic Neo"/>
              </a:defRPr>
            </a:defPPr>
          </a:lstStyle>
          <a:p>
            <a:pPr algn="l">
              <a:lnSpc>
                <a:spcPct val="105000"/>
              </a:lnSpc>
              <a:buNone/>
              <a:defRPr sz="2250" b="1">
                <a:solidFill>
                  <a:srgbClr val="A9F2CE"/>
                </a:solidFill>
                <a:latin typeface="Apple SD Gothic Neo"/>
                <a:ea typeface="Apple SD Gothic Neo"/>
                <a:cs typeface="Apple SD Gothic Neo"/>
              </a:defRPr>
            </a:pPr>
            <a:r>
              <a:rPr sz="2250" b="1">
                <a:solidFill>
                  <a:srgbClr val="A9F2CE"/>
                </a:solidFill>
                <a:latin typeface="Apple SD Gothic Neo"/>
                <a:ea typeface="Apple SD Gothic Neo"/>
                <a:cs typeface="Apple SD Gothic Neo"/>
              </a:rPr>
              <a:t>한 명이라도 살릴 수 있다면</a:t>
            </a:r>
          </a:p>
        </p:txBody>
      </p:sp>
      <p:sp>
        <p:nvSpPr>
          <p:cNvPr id="8" name="직사각형 7">
            <a:extLst>
              <a:ext uri="{FF2B5EF4-FFF2-40B4-BE49-F238E27FC236}">
                <a16:creationId xmlns:a16="http://schemas.microsoft.com/office/drawing/2014/main" id="{74993E31-CAC7-424F-9D62-9C4464663EFB}"/>
              </a:ext>
            </a:extLst>
          </p:cNvPr>
          <p:cNvSpPr>
            <a:spLocks noGrp="1"/>
          </p:cNvSpPr>
          <p:nvPr/>
        </p:nvSpPr>
        <p:spPr>
          <a:xfrm>
            <a:off x="11430000" y="8143875"/>
            <a:ext cx="3190875" cy="247650"/>
          </a:xfrm>
          <a:prstGeom prst="rect">
            <a:avLst/>
          </a:prstGeom>
          <a:noFill/>
          <a:ln w="0">
            <a:noFill/>
          </a:ln>
        </p:spPr>
        <p:txBody>
          <a:bodyPr lIns="0" tIns="0" rIns="0" bIns="0">
            <a:noAutofit/>
          </a:bodyPr>
          <a:lstStyle>
            <a:defPPr algn="r">
              <a:defRPr sz="1275" b="0">
                <a:solidFill>
                  <a:srgbClr val="FFFFFF"/>
                </a:solidFill>
                <a:latin typeface="Apple SD Gothic Neo"/>
                <a:ea typeface="Apple SD Gothic Neo"/>
                <a:cs typeface="Apple SD Gothic Neo"/>
              </a:defRPr>
            </a:defPPr>
          </a:lstStyle>
          <a:p>
            <a:pPr algn="r">
              <a:lnSpc>
                <a:spcPct val="105000"/>
              </a:lnSpc>
              <a:buNone/>
              <a:defRPr sz="1275" b="0">
                <a:solidFill>
                  <a:srgbClr val="FFFFFF"/>
                </a:solidFill>
                <a:latin typeface="Apple SD Gothic Neo"/>
                <a:ea typeface="Apple SD Gothic Neo"/>
                <a:cs typeface="Apple SD Gothic Neo"/>
              </a:defRPr>
            </a:pPr>
            <a:r>
              <a:rPr sz="1275" b="0">
                <a:solidFill>
                  <a:srgbClr val="FFFFFF"/>
                </a:solidFill>
                <a:latin typeface="Apple SD Gothic Neo"/>
                <a:ea typeface="Apple SD Gothic Neo"/>
                <a:cs typeface="Apple SD Gothic Neo"/>
              </a:rPr>
              <a:t>AI 생성 차량 콘셉트</a:t>
            </a:r>
          </a:p>
        </p:txBody>
      </p:sp>
    </p:spTree>
    <p:extLst>
      <p:ext uri="{BB962C8B-B14F-4D97-AF65-F5344CB8AC3E}">
        <p14:creationId xmlns:p14="http://schemas.microsoft.com/office/powerpoint/2010/main" val="143393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F7E145F2-A195-4B25-8459-6FBA6BFCC425}"/>
              </a:ext>
            </a:extLst>
          </p:cNvPr>
          <p:cNvSpPr>
            <a:spLocks noGrp="1"/>
          </p:cNvSpPr>
          <p:nvPr/>
        </p:nvSpPr>
        <p:spPr>
          <a:xfrm>
            <a:off x="533400" y="400050"/>
            <a:ext cx="11430000" cy="381000"/>
          </a:xfrm>
          <a:prstGeom prst="rect">
            <a:avLst/>
          </a:prstGeom>
          <a:noFill/>
          <a:ln w="0">
            <a:noFill/>
          </a:ln>
        </p:spPr>
        <p:txBody>
          <a:bodyPr lIns="0" tIns="0" rIns="0" bIns="0">
            <a:noAutofit/>
          </a:bodyPr>
          <a:lstStyle>
            <a:defPPr algn="l">
              <a:defRPr sz="1725" b="1">
                <a:solidFill>
                  <a:srgbClr val="A9F2CE"/>
                </a:solidFill>
                <a:latin typeface="Apple SD Gothic Neo"/>
                <a:ea typeface="Apple SD Gothic Neo"/>
                <a:cs typeface="Apple SD Gothic Neo"/>
              </a:defRPr>
            </a:defPPr>
          </a:lstStyle>
          <a:p>
            <a:pPr algn="l">
              <a:lnSpc>
                <a:spcPct val="105000"/>
              </a:lnSpc>
              <a:buNone/>
              <a:defRPr sz="1725" b="1">
                <a:solidFill>
                  <a:srgbClr val="A9F2CE"/>
                </a:solidFill>
                <a:latin typeface="Apple SD Gothic Neo"/>
                <a:ea typeface="Apple SD Gothic Neo"/>
                <a:cs typeface="Apple SD Gothic Neo"/>
              </a:defRPr>
            </a:pPr>
            <a:r>
              <a:rPr sz="1725" b="1">
                <a:solidFill>
                  <a:srgbClr val="A9F2CE"/>
                </a:solidFill>
                <a:latin typeface="Apple SD Gothic Neo"/>
                <a:ea typeface="Apple SD Gothic Neo"/>
                <a:cs typeface="Apple SD Gothic Neo"/>
              </a:rPr>
              <a:t>GROUNDWATCH / 01</a:t>
            </a:r>
          </a:p>
        </p:txBody>
      </p:sp>
      <p:sp>
        <p:nvSpPr>
          <p:cNvPr id="2" name="직사각형 1">
            <a:extLst>
              <a:ext uri="{FF2B5EF4-FFF2-40B4-BE49-F238E27FC236}">
                <a16:creationId xmlns:a16="http://schemas.microsoft.com/office/drawing/2014/main" id="{9B1852F1-67A6-4F67-8EDB-662213110B4D}"/>
              </a:ext>
            </a:extLst>
          </p:cNvPr>
          <p:cNvSpPr>
            <a:spLocks noGrp="1"/>
          </p:cNvSpPr>
          <p:nvPr/>
        </p:nvSpPr>
        <p:spPr>
          <a:xfrm>
            <a:off x="9810750" y="1666875"/>
            <a:ext cx="4857750" cy="4667250"/>
          </a:xfrm>
          <a:prstGeom prst="rect">
            <a:avLst/>
          </a:prstGeom>
          <a:noFill/>
          <a:ln w="0">
            <a:noFill/>
          </a:ln>
        </p:spPr>
        <p:txBody>
          <a:bodyPr lIns="0" tIns="0" rIns="0" bIns="0">
            <a:noAutofit/>
          </a:bodyPr>
          <a:lstStyle>
            <a:defPPr algn="r">
              <a:defRPr sz="22500" b="1">
                <a:solidFill>
                  <a:srgbClr val="153C46"/>
                </a:solidFill>
                <a:latin typeface="Apple SD Gothic Neo"/>
                <a:ea typeface="Apple SD Gothic Neo"/>
                <a:cs typeface="Apple SD Gothic Neo"/>
              </a:defRPr>
            </a:defPPr>
          </a:lstStyle>
          <a:p>
            <a:pPr algn="r">
              <a:lnSpc>
                <a:spcPct val="105000"/>
              </a:lnSpc>
              <a:buNone/>
              <a:defRPr sz="22500" b="1">
                <a:solidFill>
                  <a:srgbClr val="153C46"/>
                </a:solidFill>
                <a:latin typeface="Apple SD Gothic Neo"/>
                <a:ea typeface="Apple SD Gothic Neo"/>
                <a:cs typeface="Apple SD Gothic Neo"/>
              </a:defRPr>
            </a:pPr>
            <a:r>
              <a:rPr sz="22500" b="1">
                <a:solidFill>
                  <a:srgbClr val="153C46"/>
                </a:solidFill>
                <a:latin typeface="Apple SD Gothic Neo"/>
                <a:ea typeface="Apple SD Gothic Neo"/>
                <a:cs typeface="Apple SD Gothic Neo"/>
              </a:rPr>
              <a:t>01</a:t>
            </a:r>
          </a:p>
        </p:txBody>
      </p:sp>
      <p:sp>
        <p:nvSpPr>
          <p:cNvPr id="3" name="직사각형 2">
            <a:extLst>
              <a:ext uri="{FF2B5EF4-FFF2-40B4-BE49-F238E27FC236}">
                <a16:creationId xmlns:a16="http://schemas.microsoft.com/office/drawing/2014/main" id="{82BD3794-814B-40F8-A287-946FE17C2059}"/>
              </a:ext>
            </a:extLst>
          </p:cNvPr>
          <p:cNvSpPr>
            <a:spLocks noGrp="1"/>
          </p:cNvSpPr>
          <p:nvPr/>
        </p:nvSpPr>
        <p:spPr>
          <a:xfrm>
            <a:off x="533400" y="2686050"/>
            <a:ext cx="11334750" cy="2190750"/>
          </a:xfrm>
          <a:prstGeom prst="rect">
            <a:avLst/>
          </a:prstGeom>
          <a:noFill/>
          <a:ln w="0">
            <a:noFill/>
          </a:ln>
        </p:spPr>
        <p:txBody>
          <a:bodyPr lIns="0" tIns="0" rIns="0" bIns="0">
            <a:noAutofit/>
          </a:bodyPr>
          <a:lstStyle>
            <a:defPPr algn="l">
              <a:defRPr sz="6225" b="1">
                <a:solidFill>
                  <a:srgbClr val="FFFFFF"/>
                </a:solidFill>
                <a:latin typeface="Apple SD Gothic Neo"/>
                <a:ea typeface="Apple SD Gothic Neo"/>
                <a:cs typeface="Apple SD Gothic Neo"/>
              </a:defRPr>
            </a:defPPr>
          </a:lstStyle>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같은 길을 다시 보는</a:t>
            </a:r>
          </a:p>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새벽 순찰</a:t>
            </a:r>
          </a:p>
        </p:txBody>
      </p:sp>
      <p:sp>
        <p:nvSpPr>
          <p:cNvPr id="4" name="직사각형 3">
            <a:extLst>
              <a:ext uri="{FF2B5EF4-FFF2-40B4-BE49-F238E27FC236}">
                <a16:creationId xmlns:a16="http://schemas.microsoft.com/office/drawing/2014/main" id="{62BF0C77-FA88-46D3-80CF-C3E64ECDB4BD}"/>
              </a:ext>
            </a:extLst>
          </p:cNvPr>
          <p:cNvSpPr>
            <a:spLocks noGrp="1"/>
          </p:cNvSpPr>
          <p:nvPr/>
        </p:nvSpPr>
        <p:spPr>
          <a:xfrm>
            <a:off x="571500" y="5572125"/>
            <a:ext cx="10477500" cy="952500"/>
          </a:xfrm>
          <a:prstGeom prst="rect">
            <a:avLst/>
          </a:prstGeom>
          <a:noFill/>
          <a:ln w="0">
            <a:noFill/>
          </a:ln>
        </p:spPr>
        <p:txBody>
          <a:bodyPr lIns="0" tIns="0" rIns="0" bIns="0">
            <a:noAutofit/>
          </a:bodyPr>
          <a:lstStyle>
            <a:defPPr algn="l">
              <a:defRPr sz="2400" b="0">
                <a:solidFill>
                  <a:srgbClr val="A9F2CE"/>
                </a:solidFill>
                <a:latin typeface="Apple SD Gothic Neo"/>
                <a:ea typeface="Apple SD Gothic Neo"/>
                <a:cs typeface="Apple SD Gothic Neo"/>
              </a:defRPr>
            </a:defPPr>
          </a:lstStyle>
          <a:p>
            <a:pPr algn="l">
              <a:lnSpc>
                <a:spcPct val="105000"/>
              </a:lnSpc>
              <a:buNone/>
              <a:defRPr sz="2400" b="0">
                <a:solidFill>
                  <a:srgbClr val="A9F2CE"/>
                </a:solidFill>
                <a:latin typeface="Apple SD Gothic Neo"/>
                <a:ea typeface="Apple SD Gothic Neo"/>
                <a:cs typeface="Apple SD Gothic Neo"/>
              </a:defRPr>
            </a:pPr>
            <a:r>
              <a:rPr sz="2400" b="0">
                <a:solidFill>
                  <a:srgbClr val="A9F2CE"/>
                </a:solidFill>
                <a:latin typeface="Apple SD Gothic Neo"/>
                <a:ea typeface="Apple SD Gothic Neo"/>
                <a:cs typeface="Apple SD Gothic Neo"/>
              </a:rPr>
              <a:t>반복 측정과 위치 정합을 먼저 확보합니다</a:t>
            </a:r>
          </a:p>
        </p:txBody>
      </p:sp>
      <p:sp>
        <p:nvSpPr>
          <p:cNvPr id="5" name="직사각형 4">
            <a:extLst>
              <a:ext uri="{FF2B5EF4-FFF2-40B4-BE49-F238E27FC236}">
                <a16:creationId xmlns:a16="http://schemas.microsoft.com/office/drawing/2014/main" id="{99588AC8-BA06-4ECC-85C8-75ED73325453}"/>
              </a:ext>
            </a:extLst>
          </p:cNvPr>
          <p:cNvSpPr>
            <a:spLocks noGrp="1"/>
          </p:cNvSpPr>
          <p:nvPr/>
        </p:nvSpPr>
        <p:spPr>
          <a:xfrm>
            <a:off x="533400" y="8096250"/>
            <a:ext cx="11430000" cy="285750"/>
          </a:xfrm>
          <a:prstGeom prst="rect">
            <a:avLst/>
          </a:prstGeom>
          <a:noFill/>
          <a:ln w="0">
            <a:noFill/>
          </a:ln>
        </p:spPr>
        <p:txBody>
          <a:bodyPr lIns="0" tIns="0" rIns="0" bIns="0">
            <a:noAutofit/>
          </a:bodyPr>
          <a:lstStyle>
            <a:defPPr algn="l">
              <a:defRPr sz="1350" b="0">
                <a:solidFill>
                  <a:srgbClr val="89A3A4"/>
                </a:solidFill>
                <a:latin typeface="Apple SD Gothic Neo"/>
                <a:ea typeface="Apple SD Gothic Neo"/>
                <a:cs typeface="Apple SD Gothic Neo"/>
              </a:defRPr>
            </a:defPPr>
          </a:lstStyle>
          <a:p>
            <a:pPr algn="l">
              <a:lnSpc>
                <a:spcPct val="105000"/>
              </a:lnSpc>
              <a:buNone/>
              <a:defRPr sz="1350" b="0">
                <a:solidFill>
                  <a:srgbClr val="89A3A4"/>
                </a:solidFill>
                <a:latin typeface="Apple SD Gothic Neo"/>
                <a:ea typeface="Apple SD Gothic Neo"/>
                <a:cs typeface="Apple SD Gothic Neo"/>
              </a:defRPr>
            </a:pPr>
            <a:r>
              <a:rPr sz="1350" b="0">
                <a:solidFill>
                  <a:srgbClr val="89A3A4"/>
                </a:solidFill>
                <a:latin typeface="Apple SD Gothic Neo"/>
                <a:ea typeface="Apple SD Gothic Neo"/>
                <a:cs typeface="Apple SD Gothic Neo"/>
              </a:rPr>
              <a:t>PV5 지하안전 순찰차</a:t>
            </a:r>
          </a:p>
        </p:txBody>
      </p:sp>
    </p:spTree>
    <p:extLst>
      <p:ext uri="{BB962C8B-B14F-4D97-AF65-F5344CB8AC3E}">
        <p14:creationId xmlns:p14="http://schemas.microsoft.com/office/powerpoint/2010/main" val="1970693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6A8D47C2-3EC5-4C08-9C76-B91E4576000D}"/>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08021676-093A-459F-BB11-D9D1FCC05478}"/>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순찰 시나리오</a:t>
            </a:r>
          </a:p>
        </p:txBody>
      </p:sp>
      <p:sp>
        <p:nvSpPr>
          <p:cNvPr id="3" name="직사각형 2">
            <a:extLst>
              <a:ext uri="{FF2B5EF4-FFF2-40B4-BE49-F238E27FC236}">
                <a16:creationId xmlns:a16="http://schemas.microsoft.com/office/drawing/2014/main" id="{83C66079-0594-4F71-B9E7-11A3353DA0B2}"/>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CCA2842A-4EBB-4C95-916F-A5D7833E6DF6}"/>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순찰 대상은 위험 구간부터</a:t>
            </a:r>
          </a:p>
        </p:txBody>
      </p:sp>
      <p:sp>
        <p:nvSpPr>
          <p:cNvPr id="5" name="직사각형 4">
            <a:extLst>
              <a:ext uri="{FF2B5EF4-FFF2-40B4-BE49-F238E27FC236}">
                <a16:creationId xmlns:a16="http://schemas.microsoft.com/office/drawing/2014/main" id="{AF9375BB-6604-4714-839F-6E8A073DBA99}"/>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01</a:t>
            </a:r>
          </a:p>
        </p:txBody>
      </p:sp>
      <p:sp>
        <p:nvSpPr>
          <p:cNvPr id="6" name="직사각형 5">
            <a:extLst>
              <a:ext uri="{FF2B5EF4-FFF2-40B4-BE49-F238E27FC236}">
                <a16:creationId xmlns:a16="http://schemas.microsoft.com/office/drawing/2014/main" id="{A1E7D43A-56D3-475E-A113-9DDDE671D2AE}"/>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D47B01DA-C76F-4255-B18B-ED1BF7EE7503}"/>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07</a:t>
            </a:r>
          </a:p>
        </p:txBody>
      </p:sp>
      <p:pic>
        <p:nvPicPr>
          <p:cNvPr id="8" name="그림 7">
            <a:extLst>
              <a:ext uri="{FF2B5EF4-FFF2-40B4-BE49-F238E27FC236}">
                <a16:creationId xmlns:a16="http://schemas.microsoft.com/office/drawing/2014/main" id="{37206EC1-B282-4B05-B298-85F01452FB6B}"/>
              </a:ext>
            </a:extLst>
          </p:cNvPr>
          <p:cNvPicPr>
            <a:picLocks noChangeAspect="1"/>
          </p:cNvPicPr>
          <p:nvPr/>
        </p:nvPicPr>
        <p:blipFill>
          <a:blip r:embed="rId3"/>
          <a:srcRect l="8388" r="8388"/>
          <a:stretch>
            <a:fillRect/>
          </a:stretch>
        </p:blipFill>
        <p:spPr>
          <a:xfrm>
            <a:off x="6096000" y="1752600"/>
            <a:ext cx="8620125" cy="5829300"/>
          </a:xfrm>
          <a:prstGeom prst="rect">
            <a:avLst/>
          </a:prstGeom>
        </p:spPr>
      </p:pic>
      <p:sp>
        <p:nvSpPr>
          <p:cNvPr id="9" name="직사각형 8">
            <a:extLst>
              <a:ext uri="{FF2B5EF4-FFF2-40B4-BE49-F238E27FC236}">
                <a16:creationId xmlns:a16="http://schemas.microsoft.com/office/drawing/2014/main" id="{E8D42B98-1292-4EE5-A580-1266588676F5}"/>
              </a:ext>
            </a:extLst>
          </p:cNvPr>
          <p:cNvSpPr>
            <a:spLocks noGrp="1"/>
          </p:cNvSpPr>
          <p:nvPr/>
        </p:nvSpPr>
        <p:spPr>
          <a:xfrm>
            <a:off x="533400" y="2266950"/>
            <a:ext cx="5810250" cy="2600325"/>
          </a:xfrm>
          <a:prstGeom prst="rect">
            <a:avLst/>
          </a:prstGeom>
          <a:noFill/>
          <a:ln w="0">
            <a:noFill/>
          </a:ln>
        </p:spPr>
        <p:txBody>
          <a:bodyPr lIns="0" tIns="0" rIns="0" bIns="0">
            <a:noAutofit/>
          </a:bodyPr>
          <a:lstStyle>
            <a:defPPr algn="l">
              <a:defRPr sz="5100" b="1">
                <a:solidFill>
                  <a:srgbClr val="102A35"/>
                </a:solidFill>
                <a:latin typeface="Apple SD Gothic Neo"/>
                <a:ea typeface="Apple SD Gothic Neo"/>
                <a:cs typeface="Apple SD Gothic Neo"/>
              </a:defRPr>
            </a:defPPr>
          </a:lstStyle>
          <a:p>
            <a:pPr algn="l">
              <a:lnSpc>
                <a:spcPct val="105000"/>
              </a:lnSpc>
              <a:buNone/>
              <a:defRPr sz="5100" b="1">
                <a:solidFill>
                  <a:srgbClr val="102A35"/>
                </a:solidFill>
                <a:latin typeface="Apple SD Gothic Neo"/>
                <a:ea typeface="Apple SD Gothic Neo"/>
                <a:cs typeface="Apple SD Gothic Neo"/>
              </a:defRPr>
            </a:pPr>
            <a:r>
              <a:rPr sz="5100" b="1">
                <a:solidFill>
                  <a:srgbClr val="102A35"/>
                </a:solidFill>
                <a:latin typeface="Apple SD Gothic Neo"/>
                <a:ea typeface="Apple SD Gothic Neo"/>
                <a:cs typeface="Apple SD Gothic Neo"/>
              </a:rPr>
              <a:t>새벽에,</a:t>
            </a:r>
          </a:p>
          <a:p>
            <a:pPr algn="l">
              <a:lnSpc>
                <a:spcPct val="105000"/>
              </a:lnSpc>
              <a:buNone/>
              <a:defRPr sz="5100" b="1">
                <a:solidFill>
                  <a:srgbClr val="102A35"/>
                </a:solidFill>
                <a:latin typeface="Apple SD Gothic Neo"/>
                <a:ea typeface="Apple SD Gothic Neo"/>
                <a:cs typeface="Apple SD Gothic Neo"/>
              </a:defRPr>
            </a:pPr>
            <a:r>
              <a:rPr sz="5100" b="1">
                <a:solidFill>
                  <a:srgbClr val="102A35"/>
                </a:solidFill>
                <a:latin typeface="Apple SD Gothic Neo"/>
                <a:ea typeface="Apple SD Gothic Neo"/>
                <a:cs typeface="Apple SD Gothic Neo"/>
              </a:rPr>
              <a:t>같은 길을</a:t>
            </a:r>
          </a:p>
          <a:p>
            <a:pPr algn="l">
              <a:lnSpc>
                <a:spcPct val="105000"/>
              </a:lnSpc>
              <a:buNone/>
              <a:defRPr sz="5100" b="1">
                <a:solidFill>
                  <a:srgbClr val="102A35"/>
                </a:solidFill>
                <a:latin typeface="Apple SD Gothic Neo"/>
                <a:ea typeface="Apple SD Gothic Neo"/>
                <a:cs typeface="Apple SD Gothic Neo"/>
              </a:defRPr>
            </a:pPr>
            <a:r>
              <a:rPr sz="5100" b="1">
                <a:solidFill>
                  <a:srgbClr val="102A35"/>
                </a:solidFill>
                <a:latin typeface="Apple SD Gothic Neo"/>
                <a:ea typeface="Apple SD Gothic Neo"/>
                <a:cs typeface="Apple SD Gothic Neo"/>
              </a:rPr>
              <a:t>다시 봅니다</a:t>
            </a:r>
          </a:p>
        </p:txBody>
      </p:sp>
      <p:sp>
        <p:nvSpPr>
          <p:cNvPr id="10" name="직사각형 9">
            <a:extLst>
              <a:ext uri="{FF2B5EF4-FFF2-40B4-BE49-F238E27FC236}">
                <a16:creationId xmlns:a16="http://schemas.microsoft.com/office/drawing/2014/main" id="{20C7607D-A54E-40BA-98A8-8156ECE834A0}"/>
              </a:ext>
            </a:extLst>
          </p:cNvPr>
          <p:cNvSpPr>
            <a:spLocks noGrp="1"/>
          </p:cNvSpPr>
          <p:nvPr/>
        </p:nvSpPr>
        <p:spPr>
          <a:xfrm>
            <a:off x="571500" y="5572125"/>
            <a:ext cx="5429250" cy="1495425"/>
          </a:xfrm>
          <a:prstGeom prst="rect">
            <a:avLst/>
          </a:prstGeom>
          <a:noFill/>
          <a:ln w="0">
            <a:noFill/>
          </a:ln>
        </p:spPr>
        <p:txBody>
          <a:bodyPr lIns="0" tIns="0" rIns="0" bIns="0">
            <a:noAutofit/>
          </a:bodyPr>
          <a:lstStyle>
            <a:defPPr algn="l">
              <a:defRPr sz="2025" b="0">
                <a:solidFill>
                  <a:srgbClr val="102A35"/>
                </a:solidFill>
                <a:latin typeface="Apple SD Gothic Neo"/>
                <a:ea typeface="Apple SD Gothic Neo"/>
                <a:cs typeface="Apple SD Gothic Neo"/>
              </a:defRPr>
            </a:defPPr>
          </a:lstStyle>
          <a:p>
            <a:pPr algn="l">
              <a:lnSpc>
                <a:spcPct val="105000"/>
              </a:lnSpc>
              <a:buNone/>
              <a:defRPr sz="2025" b="0">
                <a:solidFill>
                  <a:srgbClr val="102A35"/>
                </a:solidFill>
                <a:latin typeface="Apple SD Gothic Neo"/>
                <a:ea typeface="Apple SD Gothic Neo"/>
                <a:cs typeface="Apple SD Gothic Neo"/>
              </a:defRPr>
            </a:pPr>
            <a:r>
              <a:rPr sz="2025" b="0">
                <a:solidFill>
                  <a:srgbClr val="102A35"/>
                </a:solidFill>
                <a:latin typeface="Apple SD Gothic Neo"/>
                <a:ea typeface="Apple SD Gothic Neo"/>
                <a:cs typeface="Apple SD Gothic Neo"/>
              </a:rPr>
              <a:t>지하철역 주변 · 노후 하수관</a:t>
            </a:r>
          </a:p>
          <a:p>
            <a:pPr algn="l">
              <a:lnSpc>
                <a:spcPct val="105000"/>
              </a:lnSpc>
              <a:buNone/>
              <a:defRPr sz="2025" b="0">
                <a:solidFill>
                  <a:srgbClr val="102A35"/>
                </a:solidFill>
                <a:latin typeface="Apple SD Gothic Neo"/>
                <a:ea typeface="Apple SD Gothic Neo"/>
                <a:cs typeface="Apple SD Gothic Neo"/>
              </a:defRPr>
            </a:pPr>
            <a:r>
              <a:rPr sz="2025" b="0">
                <a:solidFill>
                  <a:srgbClr val="102A35"/>
                </a:solidFill>
                <a:latin typeface="Apple SD Gothic Neo"/>
                <a:ea typeface="Apple SD Gothic Neo"/>
                <a:cs typeface="Apple SD Gothic Neo"/>
              </a:rPr>
              <a:t>굴착공사 주변 · 반복 침하 구간</a:t>
            </a:r>
          </a:p>
          <a:p>
            <a:pPr algn="l">
              <a:lnSpc>
                <a:spcPct val="105000"/>
              </a:lnSpc>
              <a:buNone/>
              <a:defRPr sz="2025" b="0">
                <a:solidFill>
                  <a:srgbClr val="102A35"/>
                </a:solidFill>
                <a:latin typeface="Apple SD Gothic Neo"/>
                <a:ea typeface="Apple SD Gothic Neo"/>
                <a:cs typeface="Apple SD Gothic Neo"/>
              </a:defRPr>
            </a:pPr>
            <a:r>
              <a:rPr sz="2025" b="0">
                <a:solidFill>
                  <a:srgbClr val="102A35"/>
                </a:solidFill>
                <a:latin typeface="Apple SD Gothic Neo"/>
                <a:ea typeface="Apple SD Gothic Neo"/>
                <a:cs typeface="Apple SD Gothic Neo"/>
              </a:rPr>
              <a:t>이면도로와 생활도로</a:t>
            </a:r>
          </a:p>
        </p:txBody>
      </p:sp>
      <p:sp>
        <p:nvSpPr>
          <p:cNvPr id="11" name="직사각형 10">
            <a:extLst>
              <a:ext uri="{FF2B5EF4-FFF2-40B4-BE49-F238E27FC236}">
                <a16:creationId xmlns:a16="http://schemas.microsoft.com/office/drawing/2014/main" id="{528D945F-DD28-4064-AC77-3CF2CAA34399}"/>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[가설] 위험도와 데이터 품질에 따라 재방문 간격 조정 · 도시는 가상 콘셉트</a:t>
            </a:r>
          </a:p>
        </p:txBody>
      </p:sp>
    </p:spTree>
    <p:extLst>
      <p:ext uri="{BB962C8B-B14F-4D97-AF65-F5344CB8AC3E}">
        <p14:creationId xmlns:p14="http://schemas.microsoft.com/office/powerpoint/2010/main" val="1270106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4CC05E83-F03D-4BCA-B327-8112E49DE329}"/>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D885EAAD-2303-4757-B490-E5C512046360}"/>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차량 외부</a:t>
            </a:r>
          </a:p>
        </p:txBody>
      </p:sp>
      <p:sp>
        <p:nvSpPr>
          <p:cNvPr id="3" name="직사각형 2">
            <a:extLst>
              <a:ext uri="{FF2B5EF4-FFF2-40B4-BE49-F238E27FC236}">
                <a16:creationId xmlns:a16="http://schemas.microsoft.com/office/drawing/2014/main" id="{60696F65-77B6-4765-A3FA-26C4D20029C1}"/>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9194B09A-DEA1-406C-949D-D5CECBCE4BBC}"/>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지하·지상·위치를 한 번에 기록하는 차량</a:t>
            </a:r>
          </a:p>
        </p:txBody>
      </p:sp>
      <p:sp>
        <p:nvSpPr>
          <p:cNvPr id="5" name="직사각형 4">
            <a:extLst>
              <a:ext uri="{FF2B5EF4-FFF2-40B4-BE49-F238E27FC236}">
                <a16:creationId xmlns:a16="http://schemas.microsoft.com/office/drawing/2014/main" id="{C11F996B-537D-42D7-85A1-E136263FCE19}"/>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01</a:t>
            </a:r>
          </a:p>
        </p:txBody>
      </p:sp>
      <p:sp>
        <p:nvSpPr>
          <p:cNvPr id="6" name="직사각형 5">
            <a:extLst>
              <a:ext uri="{FF2B5EF4-FFF2-40B4-BE49-F238E27FC236}">
                <a16:creationId xmlns:a16="http://schemas.microsoft.com/office/drawing/2014/main" id="{18D45B0C-3380-4527-A3B6-258C74EBB5C8}"/>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CC4C0312-B18C-489B-9572-A80BC474E201}"/>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08</a:t>
            </a:r>
          </a:p>
        </p:txBody>
      </p:sp>
      <p:pic>
        <p:nvPicPr>
          <p:cNvPr id="8" name="그림 7">
            <a:extLst>
              <a:ext uri="{FF2B5EF4-FFF2-40B4-BE49-F238E27FC236}">
                <a16:creationId xmlns:a16="http://schemas.microsoft.com/office/drawing/2014/main" id="{F944A611-78B8-4F55-889C-E6B2AF9C43C2}"/>
              </a:ext>
            </a:extLst>
          </p:cNvPr>
          <p:cNvPicPr>
            <a:picLocks noChangeAspect="1"/>
          </p:cNvPicPr>
          <p:nvPr/>
        </p:nvPicPr>
        <p:blipFill>
          <a:blip r:embed="rId3"/>
          <a:stretch/>
        </p:blipFill>
        <p:spPr>
          <a:xfrm>
            <a:off x="4762500" y="2524125"/>
            <a:ext cx="6286500" cy="4191000"/>
          </a:xfrm>
          <a:prstGeom prst="rect">
            <a:avLst/>
          </a:prstGeom>
        </p:spPr>
      </p:pic>
      <p:sp>
        <p:nvSpPr>
          <p:cNvPr id="9" name="타원 8">
            <a:extLst>
              <a:ext uri="{FF2B5EF4-FFF2-40B4-BE49-F238E27FC236}">
                <a16:creationId xmlns:a16="http://schemas.microsoft.com/office/drawing/2014/main" id="{74538585-A4C1-42D2-B373-54345E69CEFC}"/>
              </a:ext>
            </a:extLst>
          </p:cNvPr>
          <p:cNvSpPr>
            <a:spLocks noGrp="1"/>
          </p:cNvSpPr>
          <p:nvPr/>
        </p:nvSpPr>
        <p:spPr>
          <a:xfrm>
            <a:off x="10287000" y="1885950"/>
            <a:ext cx="495300" cy="495300"/>
          </a:xfrm>
          <a:prstGeom prst="ellipse">
            <a:avLst/>
          </a:prstGeom>
          <a:solidFill>
            <a:srgbClr val="007D80"/>
          </a:solidFill>
          <a:ln w="0">
            <a:noFill/>
          </a:ln>
        </p:spPr>
        <p:txBody>
          <a:bodyPr/>
          <a:lstStyle/>
          <a:p>
            <a:endParaRPr lang="ko-KR" altLang="en-US"/>
          </a:p>
        </p:txBody>
      </p:sp>
      <p:sp>
        <p:nvSpPr>
          <p:cNvPr id="10" name="직사각형 9">
            <a:extLst>
              <a:ext uri="{FF2B5EF4-FFF2-40B4-BE49-F238E27FC236}">
                <a16:creationId xmlns:a16="http://schemas.microsoft.com/office/drawing/2014/main" id="{B0056259-786E-4ABA-B593-DA04496EBF4D}"/>
              </a:ext>
            </a:extLst>
          </p:cNvPr>
          <p:cNvSpPr>
            <a:spLocks noGrp="1"/>
          </p:cNvSpPr>
          <p:nvPr/>
        </p:nvSpPr>
        <p:spPr>
          <a:xfrm>
            <a:off x="10287000" y="1943100"/>
            <a:ext cx="495300" cy="438150"/>
          </a:xfrm>
          <a:prstGeom prst="rect">
            <a:avLst/>
          </a:prstGeom>
          <a:noFill/>
          <a:ln w="0">
            <a:noFill/>
          </a:ln>
        </p:spPr>
        <p:txBody>
          <a:bodyPr lIns="0" tIns="0" rIns="0" bIns="0">
            <a:noAutofit/>
          </a:bodyPr>
          <a:lstStyle>
            <a:defPPr algn="ctr">
              <a:defRPr sz="1950" b="1">
                <a:solidFill>
                  <a:srgbClr val="FFFFFF"/>
                </a:solidFill>
                <a:latin typeface="Apple SD Gothic Neo"/>
                <a:ea typeface="Apple SD Gothic Neo"/>
                <a:cs typeface="Apple SD Gothic Neo"/>
              </a:defRPr>
            </a:defPPr>
          </a:lstStyle>
          <a:p>
            <a:pPr algn="ctr">
              <a:lnSpc>
                <a:spcPct val="105000"/>
              </a:lnSpc>
              <a:buNone/>
              <a:defRPr sz="1950" b="1">
                <a:solidFill>
                  <a:srgbClr val="FFFFFF"/>
                </a:solidFill>
                <a:latin typeface="Apple SD Gothic Neo"/>
                <a:ea typeface="Apple SD Gothic Neo"/>
                <a:cs typeface="Apple SD Gothic Neo"/>
              </a:defRPr>
            </a:pPr>
            <a:r>
              <a:rPr sz="1950" b="1">
                <a:solidFill>
                  <a:srgbClr val="FFFFFF"/>
                </a:solidFill>
                <a:latin typeface="Apple SD Gothic Neo"/>
                <a:ea typeface="Apple SD Gothic Neo"/>
                <a:cs typeface="Apple SD Gothic Neo"/>
              </a:rPr>
              <a:t>1</a:t>
            </a:r>
          </a:p>
        </p:txBody>
      </p:sp>
      <p:sp>
        <p:nvSpPr>
          <p:cNvPr id="11" name="직사각형 10">
            <a:extLst>
              <a:ext uri="{FF2B5EF4-FFF2-40B4-BE49-F238E27FC236}">
                <a16:creationId xmlns:a16="http://schemas.microsoft.com/office/drawing/2014/main" id="{29FD3AD4-5044-4DFD-A143-6CD261D18D05}"/>
              </a:ext>
            </a:extLst>
          </p:cNvPr>
          <p:cNvSpPr>
            <a:spLocks noGrp="1"/>
          </p:cNvSpPr>
          <p:nvPr/>
        </p:nvSpPr>
        <p:spPr>
          <a:xfrm>
            <a:off x="10953750" y="1952625"/>
            <a:ext cx="3667125" cy="476250"/>
          </a:xfrm>
          <a:prstGeom prst="rect">
            <a:avLst/>
          </a:prstGeom>
          <a:noFill/>
          <a:ln w="0">
            <a:noFill/>
          </a:ln>
        </p:spPr>
        <p:txBody>
          <a:bodyPr lIns="0" tIns="0" rIns="0" bIns="0">
            <a:noAutofit/>
          </a:bodyPr>
          <a:lstStyle>
            <a:defPPr algn="l">
              <a:defRPr sz="2100" b="1">
                <a:solidFill>
                  <a:srgbClr val="102A35"/>
                </a:solidFill>
                <a:latin typeface="Apple SD Gothic Neo"/>
                <a:ea typeface="Apple SD Gothic Neo"/>
                <a:cs typeface="Apple SD Gothic Neo"/>
              </a:defRPr>
            </a:defPPr>
          </a:lstStyle>
          <a:p>
            <a:pPr algn="l">
              <a:lnSpc>
                <a:spcPct val="105000"/>
              </a:lnSpc>
              <a:buNone/>
              <a:defRPr sz="2100" b="1">
                <a:solidFill>
                  <a:srgbClr val="102A35"/>
                </a:solidFill>
                <a:latin typeface="Apple SD Gothic Neo"/>
                <a:ea typeface="Apple SD Gothic Neo"/>
                <a:cs typeface="Apple SD Gothic Neo"/>
              </a:defRPr>
            </a:pPr>
            <a:r>
              <a:rPr sz="2100" b="1">
                <a:solidFill>
                  <a:srgbClr val="102A35"/>
                </a:solidFill>
                <a:latin typeface="Apple SD Gothic Neo"/>
                <a:ea typeface="Apple SD Gothic Neo"/>
                <a:cs typeface="Apple SD Gothic Neo"/>
              </a:rPr>
              <a:t>RTK-GNSS · IMU</a:t>
            </a:r>
          </a:p>
        </p:txBody>
      </p:sp>
      <p:sp>
        <p:nvSpPr>
          <p:cNvPr id="12" name="직선 연결선[R] 11">
            <a:extLst>
              <a:ext uri="{FF2B5EF4-FFF2-40B4-BE49-F238E27FC236}">
                <a16:creationId xmlns:a16="http://schemas.microsoft.com/office/drawing/2014/main" id="{FE61E215-4044-4276-8AA1-424DFBBE3200}"/>
              </a:ext>
            </a:extLst>
          </p:cNvPr>
          <p:cNvSpPr>
            <a:spLocks noGrp="1"/>
          </p:cNvSpPr>
          <p:nvPr/>
        </p:nvSpPr>
        <p:spPr>
          <a:xfrm flipH="1">
            <a:off x="9858375" y="2381250"/>
            <a:ext cx="695325" cy="476250"/>
          </a:xfrm>
          <a:prstGeom prst="line">
            <a:avLst/>
          </a:prstGeom>
          <a:noFill/>
          <a:ln w="28575">
            <a:solidFill>
              <a:srgbClr val="007D80"/>
            </a:solidFill>
          </a:ln>
        </p:spPr>
        <p:txBody>
          <a:bodyPr/>
          <a:lstStyle/>
          <a:p>
            <a:endParaRPr lang="ko-KR" altLang="en-US"/>
          </a:p>
        </p:txBody>
      </p:sp>
      <p:sp>
        <p:nvSpPr>
          <p:cNvPr id="13" name="타원 12">
            <a:extLst>
              <a:ext uri="{FF2B5EF4-FFF2-40B4-BE49-F238E27FC236}">
                <a16:creationId xmlns:a16="http://schemas.microsoft.com/office/drawing/2014/main" id="{9EC0760C-1CCF-4854-8249-A7460DE94501}"/>
              </a:ext>
            </a:extLst>
          </p:cNvPr>
          <p:cNvSpPr>
            <a:spLocks noGrp="1"/>
          </p:cNvSpPr>
          <p:nvPr/>
        </p:nvSpPr>
        <p:spPr>
          <a:xfrm>
            <a:off x="647700" y="3429000"/>
            <a:ext cx="495300" cy="495300"/>
          </a:xfrm>
          <a:prstGeom prst="ellipse">
            <a:avLst/>
          </a:prstGeom>
          <a:solidFill>
            <a:srgbClr val="007D80"/>
          </a:solidFill>
          <a:ln w="0">
            <a:noFill/>
          </a:ln>
        </p:spPr>
        <p:txBody>
          <a:bodyPr/>
          <a:lstStyle/>
          <a:p>
            <a:endParaRPr lang="ko-KR" altLang="en-US"/>
          </a:p>
        </p:txBody>
      </p:sp>
      <p:sp>
        <p:nvSpPr>
          <p:cNvPr id="14" name="직사각형 13">
            <a:extLst>
              <a:ext uri="{FF2B5EF4-FFF2-40B4-BE49-F238E27FC236}">
                <a16:creationId xmlns:a16="http://schemas.microsoft.com/office/drawing/2014/main" id="{7DAC3B28-14DB-411A-AA43-9126CA883C73}"/>
              </a:ext>
            </a:extLst>
          </p:cNvPr>
          <p:cNvSpPr>
            <a:spLocks noGrp="1"/>
          </p:cNvSpPr>
          <p:nvPr/>
        </p:nvSpPr>
        <p:spPr>
          <a:xfrm>
            <a:off x="647700" y="3486150"/>
            <a:ext cx="495300" cy="438150"/>
          </a:xfrm>
          <a:prstGeom prst="rect">
            <a:avLst/>
          </a:prstGeom>
          <a:noFill/>
          <a:ln w="0">
            <a:noFill/>
          </a:ln>
        </p:spPr>
        <p:txBody>
          <a:bodyPr lIns="0" tIns="0" rIns="0" bIns="0">
            <a:noAutofit/>
          </a:bodyPr>
          <a:lstStyle>
            <a:defPPr algn="ctr">
              <a:defRPr sz="1950" b="1">
                <a:solidFill>
                  <a:srgbClr val="FFFFFF"/>
                </a:solidFill>
                <a:latin typeface="Apple SD Gothic Neo"/>
                <a:ea typeface="Apple SD Gothic Neo"/>
                <a:cs typeface="Apple SD Gothic Neo"/>
              </a:defRPr>
            </a:defPPr>
          </a:lstStyle>
          <a:p>
            <a:pPr algn="ctr">
              <a:lnSpc>
                <a:spcPct val="105000"/>
              </a:lnSpc>
              <a:buNone/>
              <a:defRPr sz="1950" b="1">
                <a:solidFill>
                  <a:srgbClr val="FFFFFF"/>
                </a:solidFill>
                <a:latin typeface="Apple SD Gothic Neo"/>
                <a:ea typeface="Apple SD Gothic Neo"/>
                <a:cs typeface="Apple SD Gothic Neo"/>
              </a:defRPr>
            </a:pPr>
            <a:r>
              <a:rPr sz="1950" b="1">
                <a:solidFill>
                  <a:srgbClr val="FFFFFF"/>
                </a:solidFill>
                <a:latin typeface="Apple SD Gothic Neo"/>
                <a:ea typeface="Apple SD Gothic Neo"/>
                <a:cs typeface="Apple SD Gothic Neo"/>
              </a:rPr>
              <a:t>2</a:t>
            </a:r>
          </a:p>
        </p:txBody>
      </p:sp>
      <p:sp>
        <p:nvSpPr>
          <p:cNvPr id="15" name="직사각형 14">
            <a:extLst>
              <a:ext uri="{FF2B5EF4-FFF2-40B4-BE49-F238E27FC236}">
                <a16:creationId xmlns:a16="http://schemas.microsoft.com/office/drawing/2014/main" id="{1C36B957-0C35-460D-980E-81A853BEFD15}"/>
              </a:ext>
            </a:extLst>
          </p:cNvPr>
          <p:cNvSpPr>
            <a:spLocks noGrp="1"/>
          </p:cNvSpPr>
          <p:nvPr/>
        </p:nvSpPr>
        <p:spPr>
          <a:xfrm>
            <a:off x="1257300" y="3476625"/>
            <a:ext cx="4476750" cy="876300"/>
          </a:xfrm>
          <a:prstGeom prst="rect">
            <a:avLst/>
          </a:prstGeom>
          <a:noFill/>
          <a:ln w="0">
            <a:noFill/>
          </a:ln>
        </p:spPr>
        <p:txBody>
          <a:bodyPr lIns="0" tIns="0" rIns="0" bIns="0">
            <a:noAutofit/>
          </a:bodyPr>
          <a:lstStyle>
            <a:defPPr algn="l">
              <a:defRPr sz="2025" b="0">
                <a:solidFill>
                  <a:srgbClr val="102A35"/>
                </a:solidFill>
                <a:latin typeface="Apple SD Gothic Neo"/>
                <a:ea typeface="Apple SD Gothic Neo"/>
                <a:cs typeface="Apple SD Gothic Neo"/>
              </a:defRPr>
            </a:defPPr>
          </a:lstStyle>
          <a:p>
            <a:pPr algn="l">
              <a:lnSpc>
                <a:spcPct val="105000"/>
              </a:lnSpc>
              <a:buNone/>
              <a:defRPr sz="2025" b="0">
                <a:solidFill>
                  <a:srgbClr val="102A35"/>
                </a:solidFill>
                <a:latin typeface="Apple SD Gothic Neo"/>
                <a:ea typeface="Apple SD Gothic Neo"/>
                <a:cs typeface="Apple SD Gothic Neo"/>
              </a:defRPr>
            </a:pPr>
            <a:r>
              <a:rPr sz="2025" b="0">
                <a:solidFill>
                  <a:srgbClr val="102A35"/>
                </a:solidFill>
                <a:latin typeface="Apple SD Gothic Neo"/>
                <a:ea typeface="Apple SD Gothic Neo"/>
                <a:cs typeface="Apple SD Gothic Neo"/>
              </a:rPr>
              <a:t>전방·좌우·후방 카메라</a:t>
            </a:r>
          </a:p>
          <a:p>
            <a:pPr algn="l">
              <a:lnSpc>
                <a:spcPct val="105000"/>
              </a:lnSpc>
              <a:buNone/>
              <a:defRPr sz="2025" b="0">
                <a:solidFill>
                  <a:srgbClr val="102A35"/>
                </a:solidFill>
                <a:latin typeface="Apple SD Gothic Neo"/>
                <a:ea typeface="Apple SD Gothic Neo"/>
                <a:cs typeface="Apple SD Gothic Neo"/>
              </a:defRPr>
            </a:pPr>
            <a:r>
              <a:rPr sz="2025" b="0">
                <a:solidFill>
                  <a:srgbClr val="102A35"/>
                </a:solidFill>
                <a:latin typeface="Apple SD Gothic Neo"/>
                <a:ea typeface="Apple SD Gothic Neo"/>
                <a:cs typeface="Apple SD Gothic Neo"/>
              </a:rPr>
              <a:t>필요 시 360도 카메라</a:t>
            </a:r>
          </a:p>
        </p:txBody>
      </p:sp>
      <p:sp>
        <p:nvSpPr>
          <p:cNvPr id="16" name="직선 연결선[R] 15">
            <a:extLst>
              <a:ext uri="{FF2B5EF4-FFF2-40B4-BE49-F238E27FC236}">
                <a16:creationId xmlns:a16="http://schemas.microsoft.com/office/drawing/2014/main" id="{FC47929A-4482-490C-BAE1-40969AD3B705}"/>
              </a:ext>
            </a:extLst>
          </p:cNvPr>
          <p:cNvSpPr>
            <a:spLocks noGrp="1"/>
          </p:cNvSpPr>
          <p:nvPr/>
        </p:nvSpPr>
        <p:spPr>
          <a:xfrm>
            <a:off x="2847975" y="4305300"/>
            <a:ext cx="1266825" cy="342900"/>
          </a:xfrm>
          <a:prstGeom prst="line">
            <a:avLst/>
          </a:prstGeom>
          <a:noFill/>
          <a:ln w="28575">
            <a:solidFill>
              <a:srgbClr val="007D80"/>
            </a:solidFill>
          </a:ln>
        </p:spPr>
        <p:txBody>
          <a:bodyPr/>
          <a:lstStyle/>
          <a:p>
            <a:endParaRPr lang="ko-KR" altLang="en-US"/>
          </a:p>
        </p:txBody>
      </p:sp>
      <p:sp>
        <p:nvSpPr>
          <p:cNvPr id="17" name="타원 16">
            <a:extLst>
              <a:ext uri="{FF2B5EF4-FFF2-40B4-BE49-F238E27FC236}">
                <a16:creationId xmlns:a16="http://schemas.microsoft.com/office/drawing/2014/main" id="{DAF21939-A588-4A6F-A44B-AC588AAE593C}"/>
              </a:ext>
            </a:extLst>
          </p:cNvPr>
          <p:cNvSpPr>
            <a:spLocks noGrp="1"/>
          </p:cNvSpPr>
          <p:nvPr/>
        </p:nvSpPr>
        <p:spPr>
          <a:xfrm>
            <a:off x="11715750" y="5895975"/>
            <a:ext cx="495300" cy="495300"/>
          </a:xfrm>
          <a:prstGeom prst="ellipse">
            <a:avLst/>
          </a:prstGeom>
          <a:solidFill>
            <a:srgbClr val="007D80"/>
          </a:solidFill>
          <a:ln w="0">
            <a:noFill/>
          </a:ln>
        </p:spPr>
        <p:txBody>
          <a:bodyPr/>
          <a:lstStyle/>
          <a:p>
            <a:endParaRPr lang="ko-KR" altLang="en-US"/>
          </a:p>
        </p:txBody>
      </p:sp>
      <p:sp>
        <p:nvSpPr>
          <p:cNvPr id="18" name="직사각형 17">
            <a:extLst>
              <a:ext uri="{FF2B5EF4-FFF2-40B4-BE49-F238E27FC236}">
                <a16:creationId xmlns:a16="http://schemas.microsoft.com/office/drawing/2014/main" id="{AF522878-46F0-4966-BDC5-F86B104B8C80}"/>
              </a:ext>
            </a:extLst>
          </p:cNvPr>
          <p:cNvSpPr>
            <a:spLocks noGrp="1"/>
          </p:cNvSpPr>
          <p:nvPr/>
        </p:nvSpPr>
        <p:spPr>
          <a:xfrm>
            <a:off x="11715750" y="5953125"/>
            <a:ext cx="495300" cy="438150"/>
          </a:xfrm>
          <a:prstGeom prst="rect">
            <a:avLst/>
          </a:prstGeom>
          <a:noFill/>
          <a:ln w="0">
            <a:noFill/>
          </a:ln>
        </p:spPr>
        <p:txBody>
          <a:bodyPr lIns="0" tIns="0" rIns="0" bIns="0">
            <a:noAutofit/>
          </a:bodyPr>
          <a:lstStyle>
            <a:defPPr algn="ctr">
              <a:defRPr sz="1950" b="1">
                <a:solidFill>
                  <a:srgbClr val="FFFFFF"/>
                </a:solidFill>
                <a:latin typeface="Apple SD Gothic Neo"/>
                <a:ea typeface="Apple SD Gothic Neo"/>
                <a:cs typeface="Apple SD Gothic Neo"/>
              </a:defRPr>
            </a:defPPr>
          </a:lstStyle>
          <a:p>
            <a:pPr algn="ctr">
              <a:lnSpc>
                <a:spcPct val="105000"/>
              </a:lnSpc>
              <a:buNone/>
              <a:defRPr sz="1950" b="1">
                <a:solidFill>
                  <a:srgbClr val="FFFFFF"/>
                </a:solidFill>
                <a:latin typeface="Apple SD Gothic Neo"/>
                <a:ea typeface="Apple SD Gothic Neo"/>
                <a:cs typeface="Apple SD Gothic Neo"/>
              </a:defRPr>
            </a:pPr>
            <a:r>
              <a:rPr sz="1950" b="1">
                <a:solidFill>
                  <a:srgbClr val="FFFFFF"/>
                </a:solidFill>
                <a:latin typeface="Apple SD Gothic Neo"/>
                <a:ea typeface="Apple SD Gothic Neo"/>
                <a:cs typeface="Apple SD Gothic Neo"/>
              </a:rPr>
              <a:t>3</a:t>
            </a:r>
          </a:p>
        </p:txBody>
      </p:sp>
      <p:sp>
        <p:nvSpPr>
          <p:cNvPr id="19" name="직사각형 18">
            <a:extLst>
              <a:ext uri="{FF2B5EF4-FFF2-40B4-BE49-F238E27FC236}">
                <a16:creationId xmlns:a16="http://schemas.microsoft.com/office/drawing/2014/main" id="{85EE34BD-188E-4DD9-8603-B6814BE89C97}"/>
              </a:ext>
            </a:extLst>
          </p:cNvPr>
          <p:cNvSpPr>
            <a:spLocks noGrp="1"/>
          </p:cNvSpPr>
          <p:nvPr/>
        </p:nvSpPr>
        <p:spPr>
          <a:xfrm>
            <a:off x="10096500" y="6810375"/>
            <a:ext cx="4429125" cy="457200"/>
          </a:xfrm>
          <a:prstGeom prst="rect">
            <a:avLst/>
          </a:prstGeom>
          <a:noFill/>
          <a:ln w="0">
            <a:noFill/>
          </a:ln>
        </p:spPr>
        <p:txBody>
          <a:bodyPr lIns="0" tIns="0" rIns="0" bIns="0">
            <a:noAutofit/>
          </a:bodyPr>
          <a:lstStyle>
            <a:defPPr algn="l">
              <a:defRPr sz="2325" b="1">
                <a:solidFill>
                  <a:srgbClr val="007D80"/>
                </a:solidFill>
                <a:latin typeface="Apple SD Gothic Neo"/>
                <a:ea typeface="Apple SD Gothic Neo"/>
                <a:cs typeface="Apple SD Gothic Neo"/>
              </a:defRPr>
            </a:defPPr>
          </a:lstStyle>
          <a:p>
            <a:pPr algn="l">
              <a:lnSpc>
                <a:spcPct val="105000"/>
              </a:lnSpc>
              <a:buNone/>
              <a:defRPr sz="2325" b="1">
                <a:solidFill>
                  <a:srgbClr val="007D80"/>
                </a:solidFill>
                <a:latin typeface="Apple SD Gothic Neo"/>
                <a:ea typeface="Apple SD Gothic Neo"/>
                <a:cs typeface="Apple SD Gothic Neo"/>
              </a:defRPr>
            </a:pPr>
            <a:r>
              <a:rPr sz="2325" b="1">
                <a:solidFill>
                  <a:srgbClr val="007D80"/>
                </a:solidFill>
                <a:latin typeface="Apple SD Gothic Neo"/>
                <a:ea typeface="Apple SD Gothic Neo"/>
                <a:cs typeface="Apple SD Gothic Neo"/>
              </a:rPr>
              <a:t>다채널 GPR</a:t>
            </a:r>
          </a:p>
        </p:txBody>
      </p:sp>
      <p:sp>
        <p:nvSpPr>
          <p:cNvPr id="20" name="직선 연결선[R] 19">
            <a:extLst>
              <a:ext uri="{FF2B5EF4-FFF2-40B4-BE49-F238E27FC236}">
                <a16:creationId xmlns:a16="http://schemas.microsoft.com/office/drawing/2014/main" id="{92DAFF1C-B876-4C1C-B82E-704F30A6D2B0}"/>
              </a:ext>
            </a:extLst>
          </p:cNvPr>
          <p:cNvSpPr>
            <a:spLocks noGrp="1"/>
          </p:cNvSpPr>
          <p:nvPr/>
        </p:nvSpPr>
        <p:spPr>
          <a:xfrm flipH="1" flipV="1">
            <a:off x="11811000" y="5553075"/>
            <a:ext cx="190500" cy="352425"/>
          </a:xfrm>
          <a:prstGeom prst="line">
            <a:avLst/>
          </a:prstGeom>
          <a:noFill/>
          <a:ln w="28575">
            <a:solidFill>
              <a:srgbClr val="007D80"/>
            </a:solidFill>
          </a:ln>
        </p:spPr>
        <p:txBody>
          <a:bodyPr/>
          <a:lstStyle/>
          <a:p>
            <a:endParaRPr lang="ko-KR" altLang="en-US"/>
          </a:p>
        </p:txBody>
      </p:sp>
      <p:sp>
        <p:nvSpPr>
          <p:cNvPr id="21" name="직사각형 20">
            <a:extLst>
              <a:ext uri="{FF2B5EF4-FFF2-40B4-BE49-F238E27FC236}">
                <a16:creationId xmlns:a16="http://schemas.microsoft.com/office/drawing/2014/main" id="{3114453C-5A31-4EBD-8E10-BAD4175D00D9}"/>
              </a:ext>
            </a:extLst>
          </p:cNvPr>
          <p:cNvSpPr>
            <a:spLocks noGrp="1"/>
          </p:cNvSpPr>
          <p:nvPr/>
        </p:nvSpPr>
        <p:spPr>
          <a:xfrm>
            <a:off x="571500" y="6457950"/>
            <a:ext cx="6810375" cy="952500"/>
          </a:xfrm>
          <a:prstGeom prst="rect">
            <a:avLst/>
          </a:prstGeom>
          <a:noFill/>
          <a:ln w="0">
            <a:noFill/>
          </a:ln>
        </p:spPr>
        <p:txBody>
          <a:bodyPr lIns="0" tIns="0" rIns="0" bIns="0">
            <a:noAutofit/>
          </a:bodyPr>
          <a:lstStyle>
            <a:defPPr algn="l">
              <a:defRPr sz="2100" b="0">
                <a:solidFill>
                  <a:srgbClr val="102A35"/>
                </a:solidFill>
                <a:latin typeface="Apple SD Gothic Neo"/>
                <a:ea typeface="Apple SD Gothic Neo"/>
                <a:cs typeface="Apple SD Gothic Neo"/>
              </a:defRPr>
            </a:defPPr>
          </a:lstStyle>
          <a:p>
            <a:pPr algn="l">
              <a:lnSpc>
                <a:spcPct val="105000"/>
              </a:lnSpc>
              <a:buNone/>
              <a:defRPr sz="2100" b="0">
                <a:solidFill>
                  <a:srgbClr val="102A35"/>
                </a:solidFill>
                <a:latin typeface="Apple SD Gothic Neo"/>
                <a:ea typeface="Apple SD Gothic Neo"/>
                <a:cs typeface="Apple SD Gothic Neo"/>
              </a:defRPr>
            </a:pPr>
            <a:r>
              <a:rPr sz="2100" b="0">
                <a:solidFill>
                  <a:srgbClr val="102A35"/>
                </a:solidFill>
                <a:latin typeface="Apple SD Gothic Neo"/>
                <a:ea typeface="Apple SD Gothic Neo"/>
                <a:cs typeface="Apple SD Gothic Neo"/>
              </a:rPr>
              <a:t>거리 측정 센서 · 휠 인코더</a:t>
            </a:r>
          </a:p>
          <a:p>
            <a:pPr algn="l">
              <a:lnSpc>
                <a:spcPct val="105000"/>
              </a:lnSpc>
              <a:buNone/>
              <a:defRPr sz="2100" b="0">
                <a:solidFill>
                  <a:srgbClr val="102A35"/>
                </a:solidFill>
                <a:latin typeface="Apple SD Gothic Neo"/>
                <a:ea typeface="Apple SD Gothic Neo"/>
                <a:cs typeface="Apple SD Gothic Neo"/>
              </a:defRPr>
            </a:pPr>
            <a:r>
              <a:rPr sz="2100" b="0">
                <a:solidFill>
                  <a:srgbClr val="102A35"/>
                </a:solidFill>
                <a:latin typeface="Apple SD Gothic Neo"/>
                <a:ea typeface="Apple SD Gothic Neo"/>
                <a:cs typeface="Apple SD Gothic Neo"/>
              </a:rPr>
              <a:t>노면 조명 · 안전 경광장치</a:t>
            </a:r>
          </a:p>
        </p:txBody>
      </p:sp>
      <p:sp>
        <p:nvSpPr>
          <p:cNvPr id="22" name="직사각형 21">
            <a:extLst>
              <a:ext uri="{FF2B5EF4-FFF2-40B4-BE49-F238E27FC236}">
                <a16:creationId xmlns:a16="http://schemas.microsoft.com/office/drawing/2014/main" id="{BA1C7A93-C903-470F-B9EC-235150CA23D2}"/>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[실증 필요] 장착 높이·진동·전자파 간섭·속도 영향 · AI 생성 장착 콘셉트</a:t>
            </a:r>
          </a:p>
        </p:txBody>
      </p:sp>
    </p:spTree>
    <p:extLst>
      <p:ext uri="{BB962C8B-B14F-4D97-AF65-F5344CB8AC3E}">
        <p14:creationId xmlns:p14="http://schemas.microsoft.com/office/powerpoint/2010/main" val="1383245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D78165B2-136C-47C9-A5FE-23D9C82D6E42}"/>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E745A9FA-0197-46FE-91B5-E9A1ECA0A641}"/>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데이터 수집</a:t>
            </a:r>
          </a:p>
        </p:txBody>
      </p:sp>
      <p:sp>
        <p:nvSpPr>
          <p:cNvPr id="3" name="직사각형 2">
            <a:extLst>
              <a:ext uri="{FF2B5EF4-FFF2-40B4-BE49-F238E27FC236}">
                <a16:creationId xmlns:a16="http://schemas.microsoft.com/office/drawing/2014/main" id="{F6CBF631-C270-478C-AC99-2E0E4E0A73F5}"/>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705B48BC-02B0-47B4-BCB4-CC2D36F845EA}"/>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비교의 출발점은 동일한 시간과 위치</a:t>
            </a:r>
          </a:p>
        </p:txBody>
      </p:sp>
      <p:sp>
        <p:nvSpPr>
          <p:cNvPr id="5" name="직사각형 4">
            <a:extLst>
              <a:ext uri="{FF2B5EF4-FFF2-40B4-BE49-F238E27FC236}">
                <a16:creationId xmlns:a16="http://schemas.microsoft.com/office/drawing/2014/main" id="{300C08C5-88A9-4B9F-B6DD-923409F5006C}"/>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01</a:t>
            </a:r>
          </a:p>
        </p:txBody>
      </p:sp>
      <p:sp>
        <p:nvSpPr>
          <p:cNvPr id="6" name="직사각형 5">
            <a:extLst>
              <a:ext uri="{FF2B5EF4-FFF2-40B4-BE49-F238E27FC236}">
                <a16:creationId xmlns:a16="http://schemas.microsoft.com/office/drawing/2014/main" id="{D70EB019-16D6-4C75-AE78-164A3B58FD91}"/>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9DF848D4-CEEC-4738-9B07-C0F8EB824467}"/>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09</a:t>
            </a:r>
          </a:p>
        </p:txBody>
      </p:sp>
      <p:sp>
        <p:nvSpPr>
          <p:cNvPr id="8" name="직사각형 7">
            <a:extLst>
              <a:ext uri="{FF2B5EF4-FFF2-40B4-BE49-F238E27FC236}">
                <a16:creationId xmlns:a16="http://schemas.microsoft.com/office/drawing/2014/main" id="{087744EB-31B6-4384-AAE9-5B5A33129D61}"/>
              </a:ext>
            </a:extLst>
          </p:cNvPr>
          <p:cNvSpPr>
            <a:spLocks noGrp="1"/>
          </p:cNvSpPr>
          <p:nvPr/>
        </p:nvSpPr>
        <p:spPr>
          <a:xfrm>
            <a:off x="533400" y="2114550"/>
            <a:ext cx="6762750" cy="1838325"/>
          </a:xfrm>
          <a:prstGeom prst="rect">
            <a:avLst/>
          </a:prstGeom>
          <a:noFill/>
          <a:ln w="0">
            <a:noFill/>
          </a:ln>
        </p:spPr>
        <p:txBody>
          <a:bodyPr lIns="0" tIns="0" rIns="0" bIns="0">
            <a:noAutofit/>
          </a:bodyPr>
          <a:lstStyle>
            <a:defPPr algn="l">
              <a:defRPr sz="4425" b="1">
                <a:solidFill>
                  <a:srgbClr val="102A35"/>
                </a:solidFill>
                <a:latin typeface="Apple SD Gothic Neo"/>
                <a:ea typeface="Apple SD Gothic Neo"/>
                <a:cs typeface="Apple SD Gothic Neo"/>
              </a:defRPr>
            </a:defPPr>
          </a:lstStyle>
          <a:p>
            <a:pPr algn="l">
              <a:lnSpc>
                <a:spcPct val="105000"/>
              </a:lnSpc>
              <a:buNone/>
              <a:defRPr sz="4425" b="1">
                <a:solidFill>
                  <a:srgbClr val="102A35"/>
                </a:solidFill>
                <a:latin typeface="Apple SD Gothic Neo"/>
                <a:ea typeface="Apple SD Gothic Neo"/>
                <a:cs typeface="Apple SD Gothic Neo"/>
              </a:defRPr>
            </a:pPr>
            <a:r>
              <a:rPr sz="4425" b="1">
                <a:solidFill>
                  <a:srgbClr val="102A35"/>
                </a:solidFill>
                <a:latin typeface="Apple SD Gothic Neo"/>
                <a:ea typeface="Apple SD Gothic Neo"/>
                <a:cs typeface="Apple SD Gothic Neo"/>
              </a:rPr>
              <a:t>좌표만 같아서는</a:t>
            </a:r>
          </a:p>
          <a:p>
            <a:pPr algn="l">
              <a:lnSpc>
                <a:spcPct val="105000"/>
              </a:lnSpc>
              <a:buNone/>
              <a:defRPr sz="4425" b="1">
                <a:solidFill>
                  <a:srgbClr val="102A35"/>
                </a:solidFill>
                <a:latin typeface="Apple SD Gothic Neo"/>
                <a:ea typeface="Apple SD Gothic Neo"/>
                <a:cs typeface="Apple SD Gothic Neo"/>
              </a:defRPr>
            </a:pPr>
            <a:r>
              <a:rPr sz="4425" b="1">
                <a:solidFill>
                  <a:srgbClr val="102A35"/>
                </a:solidFill>
                <a:latin typeface="Apple SD Gothic Neo"/>
                <a:ea typeface="Apple SD Gothic Neo"/>
                <a:cs typeface="Apple SD Gothic Neo"/>
              </a:rPr>
              <a:t>같은 단면이 아닙니다</a:t>
            </a:r>
          </a:p>
        </p:txBody>
      </p:sp>
      <p:sp>
        <p:nvSpPr>
          <p:cNvPr id="9" name="직사각형 8">
            <a:extLst>
              <a:ext uri="{FF2B5EF4-FFF2-40B4-BE49-F238E27FC236}">
                <a16:creationId xmlns:a16="http://schemas.microsoft.com/office/drawing/2014/main" id="{4E62E100-681F-477C-9B44-CBF11773471A}"/>
              </a:ext>
            </a:extLst>
          </p:cNvPr>
          <p:cNvSpPr>
            <a:spLocks noGrp="1"/>
          </p:cNvSpPr>
          <p:nvPr/>
        </p:nvSpPr>
        <p:spPr>
          <a:xfrm>
            <a:off x="571500" y="4695825"/>
            <a:ext cx="6381750" cy="1133475"/>
          </a:xfrm>
          <a:prstGeom prst="rect">
            <a:avLst/>
          </a:prstGeom>
          <a:noFill/>
          <a:ln w="0">
            <a:noFill/>
          </a:ln>
        </p:spPr>
        <p:txBody>
          <a:bodyPr lIns="0" tIns="0" rIns="0" bIns="0">
            <a:noAutofit/>
          </a:bodyPr>
          <a:lstStyle>
            <a:defPPr algn="l">
              <a:defRPr sz="2400" b="0">
                <a:solidFill>
                  <a:srgbClr val="657779"/>
                </a:solidFill>
                <a:latin typeface="Apple SD Gothic Neo"/>
                <a:ea typeface="Apple SD Gothic Neo"/>
                <a:cs typeface="Apple SD Gothic Neo"/>
              </a:defRPr>
            </a:defPPr>
          </a:lstStyle>
          <a:p>
            <a:pPr algn="l">
              <a:lnSpc>
                <a:spcPct val="105000"/>
              </a:lnSpc>
              <a:buNone/>
              <a:defRPr sz="2400" b="0">
                <a:solidFill>
                  <a:srgbClr val="657779"/>
                </a:solidFill>
                <a:latin typeface="Apple SD Gothic Neo"/>
                <a:ea typeface="Apple SD Gothic Neo"/>
                <a:cs typeface="Apple SD Gothic Neo"/>
              </a:defRPr>
            </a:pPr>
            <a:r>
              <a:rPr sz="2400" b="0">
                <a:solidFill>
                  <a:srgbClr val="657779"/>
                </a:solidFill>
                <a:latin typeface="Apple SD Gothic Neo"/>
                <a:ea typeface="Apple SD Gothic Neo"/>
                <a:cs typeface="Apple SD Gothic Neo"/>
              </a:rPr>
              <a:t>날짜 · 경로 · 장비 설정</a:t>
            </a:r>
          </a:p>
          <a:p>
            <a:pPr algn="l">
              <a:lnSpc>
                <a:spcPct val="105000"/>
              </a:lnSpc>
              <a:buNone/>
              <a:defRPr sz="2400" b="0">
                <a:solidFill>
                  <a:srgbClr val="657779"/>
                </a:solidFill>
                <a:latin typeface="Apple SD Gothic Neo"/>
                <a:ea typeface="Apple SD Gothic Neo"/>
                <a:cs typeface="Apple SD Gothic Neo"/>
              </a:defRPr>
            </a:pPr>
            <a:r>
              <a:rPr sz="2400" b="0">
                <a:solidFill>
                  <a:srgbClr val="657779"/>
                </a:solidFill>
                <a:latin typeface="Apple SD Gothic Neo"/>
                <a:ea typeface="Apple SD Gothic Neo"/>
                <a:cs typeface="Apple SD Gothic Neo"/>
              </a:rPr>
              <a:t>기상 · 수집 품질을 함께 기록</a:t>
            </a:r>
          </a:p>
        </p:txBody>
      </p:sp>
      <p:sp>
        <p:nvSpPr>
          <p:cNvPr id="10" name="직사각형 9">
            <a:extLst>
              <a:ext uri="{FF2B5EF4-FFF2-40B4-BE49-F238E27FC236}">
                <a16:creationId xmlns:a16="http://schemas.microsoft.com/office/drawing/2014/main" id="{AF5785B0-6F37-4B06-AEC3-DF0E5C1CC070}"/>
              </a:ext>
            </a:extLst>
          </p:cNvPr>
          <p:cNvSpPr>
            <a:spLocks noGrp="1"/>
          </p:cNvSpPr>
          <p:nvPr/>
        </p:nvSpPr>
        <p:spPr>
          <a:xfrm>
            <a:off x="8239125" y="2190750"/>
            <a:ext cx="5905500" cy="495300"/>
          </a:xfrm>
          <a:prstGeom prst="rect">
            <a:avLst/>
          </a:prstGeom>
          <a:noFill/>
          <a:ln w="0">
            <a:noFill/>
          </a:ln>
        </p:spPr>
        <p:txBody>
          <a:bodyPr lIns="0" tIns="0" rIns="0" bIns="0">
            <a:noAutofit/>
          </a:bodyPr>
          <a:lstStyle>
            <a:defPPr algn="l">
              <a:defRPr sz="2250" b="1">
                <a:solidFill>
                  <a:srgbClr val="102A35"/>
                </a:solidFill>
                <a:latin typeface="Apple SD Gothic Neo"/>
                <a:ea typeface="Apple SD Gothic Neo"/>
                <a:cs typeface="Apple SD Gothic Neo"/>
              </a:defRPr>
            </a:defPPr>
          </a:lstStyle>
          <a:p>
            <a:pPr algn="l">
              <a:lnSpc>
                <a:spcPct val="105000"/>
              </a:lnSpc>
              <a:buNone/>
              <a:defRPr sz="2250" b="1">
                <a:solidFill>
                  <a:srgbClr val="102A35"/>
                </a:solidFill>
                <a:latin typeface="Apple SD Gothic Neo"/>
                <a:ea typeface="Apple SD Gothic Neo"/>
                <a:cs typeface="Apple SD Gothic Neo"/>
              </a:defRPr>
            </a:pPr>
            <a:r>
              <a:rPr sz="2250" b="1">
                <a:solidFill>
                  <a:srgbClr val="102A35"/>
                </a:solidFill>
                <a:latin typeface="Apple SD Gothic Neo"/>
                <a:ea typeface="Apple SD Gothic Neo"/>
                <a:cs typeface="Apple SD Gothic Neo"/>
              </a:rPr>
              <a:t>GPR / 지하 신호</a:t>
            </a:r>
          </a:p>
        </p:txBody>
      </p:sp>
      <p:sp>
        <p:nvSpPr>
          <p:cNvPr id="11" name="직사각형 10">
            <a:extLst>
              <a:ext uri="{FF2B5EF4-FFF2-40B4-BE49-F238E27FC236}">
                <a16:creationId xmlns:a16="http://schemas.microsoft.com/office/drawing/2014/main" id="{4EC34E08-199D-4DDD-8D1D-2AE53F85BE30}"/>
              </a:ext>
            </a:extLst>
          </p:cNvPr>
          <p:cNvSpPr>
            <a:spLocks noGrp="1"/>
          </p:cNvSpPr>
          <p:nvPr/>
        </p:nvSpPr>
        <p:spPr>
          <a:xfrm>
            <a:off x="8239125" y="2828925"/>
            <a:ext cx="5905500" cy="14288"/>
          </a:xfrm>
          <a:prstGeom prst="rect">
            <a:avLst/>
          </a:prstGeom>
          <a:solidFill>
            <a:srgbClr val="CCD5D0"/>
          </a:solidFill>
          <a:ln w="0">
            <a:noFill/>
          </a:ln>
        </p:spPr>
        <p:txBody>
          <a:bodyPr/>
          <a:lstStyle/>
          <a:p>
            <a:endParaRPr lang="ko-KR" altLang="en-US"/>
          </a:p>
        </p:txBody>
      </p:sp>
      <p:sp>
        <p:nvSpPr>
          <p:cNvPr id="12" name="직사각형 11">
            <a:extLst>
              <a:ext uri="{FF2B5EF4-FFF2-40B4-BE49-F238E27FC236}">
                <a16:creationId xmlns:a16="http://schemas.microsoft.com/office/drawing/2014/main" id="{8AFCFBAF-64D0-4AC7-BDE6-89F57B80A5D1}"/>
              </a:ext>
            </a:extLst>
          </p:cNvPr>
          <p:cNvSpPr>
            <a:spLocks noGrp="1"/>
          </p:cNvSpPr>
          <p:nvPr/>
        </p:nvSpPr>
        <p:spPr>
          <a:xfrm>
            <a:off x="8239125" y="3276600"/>
            <a:ext cx="5905500" cy="495300"/>
          </a:xfrm>
          <a:prstGeom prst="rect">
            <a:avLst/>
          </a:prstGeom>
          <a:noFill/>
          <a:ln w="0">
            <a:noFill/>
          </a:ln>
        </p:spPr>
        <p:txBody>
          <a:bodyPr lIns="0" tIns="0" rIns="0" bIns="0">
            <a:noAutofit/>
          </a:bodyPr>
          <a:lstStyle>
            <a:defPPr algn="l">
              <a:defRPr sz="2250" b="1">
                <a:solidFill>
                  <a:srgbClr val="102A35"/>
                </a:solidFill>
                <a:latin typeface="Apple SD Gothic Neo"/>
                <a:ea typeface="Apple SD Gothic Neo"/>
                <a:cs typeface="Apple SD Gothic Neo"/>
              </a:defRPr>
            </a:defPPr>
          </a:lstStyle>
          <a:p>
            <a:pPr algn="l">
              <a:lnSpc>
                <a:spcPct val="105000"/>
              </a:lnSpc>
              <a:buNone/>
              <a:defRPr sz="2250" b="1">
                <a:solidFill>
                  <a:srgbClr val="102A35"/>
                </a:solidFill>
                <a:latin typeface="Apple SD Gothic Neo"/>
                <a:ea typeface="Apple SD Gothic Neo"/>
                <a:cs typeface="Apple SD Gothic Neo"/>
              </a:defRPr>
            </a:pPr>
            <a:r>
              <a:rPr sz="2250" b="1">
                <a:solidFill>
                  <a:srgbClr val="102A35"/>
                </a:solidFill>
                <a:latin typeface="Apple SD Gothic Neo"/>
                <a:ea typeface="Apple SD Gothic Neo"/>
                <a:cs typeface="Apple SD Gothic Neo"/>
              </a:rPr>
              <a:t>카메라 / 지상 영상</a:t>
            </a:r>
          </a:p>
        </p:txBody>
      </p:sp>
      <p:sp>
        <p:nvSpPr>
          <p:cNvPr id="13" name="직사각형 12">
            <a:extLst>
              <a:ext uri="{FF2B5EF4-FFF2-40B4-BE49-F238E27FC236}">
                <a16:creationId xmlns:a16="http://schemas.microsoft.com/office/drawing/2014/main" id="{32EB46ED-75D9-4896-8726-4E10868C1A05}"/>
              </a:ext>
            </a:extLst>
          </p:cNvPr>
          <p:cNvSpPr>
            <a:spLocks noGrp="1"/>
          </p:cNvSpPr>
          <p:nvPr/>
        </p:nvSpPr>
        <p:spPr>
          <a:xfrm>
            <a:off x="8239125" y="3914775"/>
            <a:ext cx="5905500" cy="14288"/>
          </a:xfrm>
          <a:prstGeom prst="rect">
            <a:avLst/>
          </a:prstGeom>
          <a:solidFill>
            <a:srgbClr val="CCD5D0"/>
          </a:solidFill>
          <a:ln w="0">
            <a:noFill/>
          </a:ln>
        </p:spPr>
        <p:txBody>
          <a:bodyPr/>
          <a:lstStyle/>
          <a:p>
            <a:endParaRPr lang="ko-KR" altLang="en-US"/>
          </a:p>
        </p:txBody>
      </p:sp>
      <p:sp>
        <p:nvSpPr>
          <p:cNvPr id="14" name="직사각형 13">
            <a:extLst>
              <a:ext uri="{FF2B5EF4-FFF2-40B4-BE49-F238E27FC236}">
                <a16:creationId xmlns:a16="http://schemas.microsoft.com/office/drawing/2014/main" id="{23E9BA0D-F63E-497F-AE51-66433EA0C7B1}"/>
              </a:ext>
            </a:extLst>
          </p:cNvPr>
          <p:cNvSpPr>
            <a:spLocks noGrp="1"/>
          </p:cNvSpPr>
          <p:nvPr/>
        </p:nvSpPr>
        <p:spPr>
          <a:xfrm>
            <a:off x="8239125" y="4362450"/>
            <a:ext cx="5905500" cy="495300"/>
          </a:xfrm>
          <a:prstGeom prst="rect">
            <a:avLst/>
          </a:prstGeom>
          <a:noFill/>
          <a:ln w="0">
            <a:noFill/>
          </a:ln>
        </p:spPr>
        <p:txBody>
          <a:bodyPr lIns="0" tIns="0" rIns="0" bIns="0">
            <a:noAutofit/>
          </a:bodyPr>
          <a:lstStyle>
            <a:defPPr algn="l">
              <a:defRPr sz="2250" b="1">
                <a:solidFill>
                  <a:srgbClr val="102A35"/>
                </a:solidFill>
                <a:latin typeface="Apple SD Gothic Neo"/>
                <a:ea typeface="Apple SD Gothic Neo"/>
                <a:cs typeface="Apple SD Gothic Neo"/>
              </a:defRPr>
            </a:defPPr>
          </a:lstStyle>
          <a:p>
            <a:pPr algn="l">
              <a:lnSpc>
                <a:spcPct val="105000"/>
              </a:lnSpc>
              <a:buNone/>
              <a:defRPr sz="2250" b="1">
                <a:solidFill>
                  <a:srgbClr val="102A35"/>
                </a:solidFill>
                <a:latin typeface="Apple SD Gothic Neo"/>
                <a:ea typeface="Apple SD Gothic Neo"/>
                <a:cs typeface="Apple SD Gothic Neo"/>
              </a:defRPr>
            </a:pPr>
            <a:r>
              <a:rPr sz="2250" b="1">
                <a:solidFill>
                  <a:srgbClr val="102A35"/>
                </a:solidFill>
                <a:latin typeface="Apple SD Gothic Neo"/>
                <a:ea typeface="Apple SD Gothic Neo"/>
                <a:cs typeface="Apple SD Gothic Neo"/>
              </a:rPr>
              <a:t>RTK·IMU·인코더 / 위치</a:t>
            </a:r>
          </a:p>
        </p:txBody>
      </p:sp>
      <p:sp>
        <p:nvSpPr>
          <p:cNvPr id="15" name="직사각형 14">
            <a:extLst>
              <a:ext uri="{FF2B5EF4-FFF2-40B4-BE49-F238E27FC236}">
                <a16:creationId xmlns:a16="http://schemas.microsoft.com/office/drawing/2014/main" id="{D0859B32-E20D-4461-B0DF-4450B129E4E4}"/>
              </a:ext>
            </a:extLst>
          </p:cNvPr>
          <p:cNvSpPr>
            <a:spLocks noGrp="1"/>
          </p:cNvSpPr>
          <p:nvPr/>
        </p:nvSpPr>
        <p:spPr>
          <a:xfrm>
            <a:off x="8239125" y="5000625"/>
            <a:ext cx="5905500" cy="14288"/>
          </a:xfrm>
          <a:prstGeom prst="rect">
            <a:avLst/>
          </a:prstGeom>
          <a:solidFill>
            <a:srgbClr val="CCD5D0"/>
          </a:solidFill>
          <a:ln w="0">
            <a:noFill/>
          </a:ln>
        </p:spPr>
        <p:txBody>
          <a:bodyPr/>
          <a:lstStyle/>
          <a:p>
            <a:endParaRPr lang="ko-KR" altLang="en-US"/>
          </a:p>
        </p:txBody>
      </p:sp>
      <p:sp>
        <p:nvSpPr>
          <p:cNvPr id="16" name="직사각형 15">
            <a:extLst>
              <a:ext uri="{FF2B5EF4-FFF2-40B4-BE49-F238E27FC236}">
                <a16:creationId xmlns:a16="http://schemas.microsoft.com/office/drawing/2014/main" id="{6FDD4393-5BDE-409D-A10B-E3F249D370CF}"/>
              </a:ext>
            </a:extLst>
          </p:cNvPr>
          <p:cNvSpPr>
            <a:spLocks noGrp="1"/>
          </p:cNvSpPr>
          <p:nvPr/>
        </p:nvSpPr>
        <p:spPr>
          <a:xfrm>
            <a:off x="8334375" y="5876925"/>
            <a:ext cx="5762625" cy="619125"/>
          </a:xfrm>
          <a:prstGeom prst="rect">
            <a:avLst/>
          </a:prstGeom>
          <a:noFill/>
          <a:ln w="0">
            <a:noFill/>
          </a:ln>
        </p:spPr>
        <p:txBody>
          <a:bodyPr lIns="0" tIns="0" rIns="0" bIns="0">
            <a:noAutofit/>
          </a:bodyPr>
          <a:lstStyle>
            <a:defPPr algn="l">
              <a:defRPr sz="3300" b="1">
                <a:solidFill>
                  <a:srgbClr val="007D80"/>
                </a:solidFill>
                <a:latin typeface="Apple SD Gothic Neo"/>
                <a:ea typeface="Apple SD Gothic Neo"/>
                <a:cs typeface="Apple SD Gothic Neo"/>
              </a:defRPr>
            </a:defPPr>
          </a:lstStyle>
          <a:p>
            <a:pPr algn="l">
              <a:lnSpc>
                <a:spcPct val="105000"/>
              </a:lnSpc>
              <a:buNone/>
              <a:defRPr sz="3300" b="1">
                <a:solidFill>
                  <a:srgbClr val="007D80"/>
                </a:solidFill>
                <a:latin typeface="Apple SD Gothic Neo"/>
                <a:ea typeface="Apple SD Gothic Neo"/>
                <a:cs typeface="Apple SD Gothic Neo"/>
              </a:defRPr>
            </a:pPr>
            <a:r>
              <a:rPr sz="3300" b="1">
                <a:solidFill>
                  <a:srgbClr val="007D80"/>
                </a:solidFill>
                <a:latin typeface="Apple SD Gothic Neo"/>
                <a:ea typeface="Apple SD Gothic Neo"/>
                <a:cs typeface="Apple SD Gothic Neo"/>
              </a:rPr>
              <a:t>Edge Gateway</a:t>
            </a:r>
          </a:p>
        </p:txBody>
      </p:sp>
      <p:sp>
        <p:nvSpPr>
          <p:cNvPr id="17" name="직사각형 16">
            <a:extLst>
              <a:ext uri="{FF2B5EF4-FFF2-40B4-BE49-F238E27FC236}">
                <a16:creationId xmlns:a16="http://schemas.microsoft.com/office/drawing/2014/main" id="{1FADAA81-3761-45C0-897A-DE18858D4F8D}"/>
              </a:ext>
            </a:extLst>
          </p:cNvPr>
          <p:cNvSpPr>
            <a:spLocks noGrp="1"/>
          </p:cNvSpPr>
          <p:nvPr/>
        </p:nvSpPr>
        <p:spPr>
          <a:xfrm>
            <a:off x="8334375" y="6657975"/>
            <a:ext cx="5762625" cy="723900"/>
          </a:xfrm>
          <a:prstGeom prst="rect">
            <a:avLst/>
          </a:prstGeom>
          <a:noFill/>
          <a:ln w="0">
            <a:noFill/>
          </a:ln>
        </p:spPr>
        <p:txBody>
          <a:bodyPr lIns="0" tIns="0" rIns="0" bIns="0">
            <a:noAutofit/>
          </a:bodyPr>
          <a:lstStyle>
            <a:defPPr algn="l">
              <a:defRPr sz="2175" b="0">
                <a:solidFill>
                  <a:srgbClr val="102A35"/>
                </a:solidFill>
                <a:latin typeface="Apple SD Gothic Neo"/>
                <a:ea typeface="Apple SD Gothic Neo"/>
                <a:cs typeface="Apple SD Gothic Neo"/>
              </a:defRPr>
            </a:defPPr>
          </a:lstStyle>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시간 동기화 후 도로 구간 ID로 저장</a:t>
            </a:r>
          </a:p>
        </p:txBody>
      </p:sp>
      <p:sp>
        <p:nvSpPr>
          <p:cNvPr id="18" name="직사각형 17">
            <a:extLst>
              <a:ext uri="{FF2B5EF4-FFF2-40B4-BE49-F238E27FC236}">
                <a16:creationId xmlns:a16="http://schemas.microsoft.com/office/drawing/2014/main" id="{1FC67F54-8A1C-453D-B190-A06ABF0B905D}"/>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[실증 필요] 도심 GNSS 음영과 횡방향 주행 오차를 보완하고 정합 품질을 평가</a:t>
            </a:r>
          </a:p>
        </p:txBody>
      </p:sp>
    </p:spTree>
    <p:extLst>
      <p:ext uri="{BB962C8B-B14F-4D97-AF65-F5344CB8AC3E}">
        <p14:creationId xmlns:p14="http://schemas.microsoft.com/office/powerpoint/2010/main" val="1728971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AFA578A4-E1F2-44F1-B1F3-AB6E73045952}"/>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2414B23F-D482-4E23-9F2B-6FE76B893102}"/>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내부 구성</a:t>
            </a:r>
          </a:p>
        </p:txBody>
      </p:sp>
      <p:sp>
        <p:nvSpPr>
          <p:cNvPr id="3" name="직사각형 2">
            <a:extLst>
              <a:ext uri="{FF2B5EF4-FFF2-40B4-BE49-F238E27FC236}">
                <a16:creationId xmlns:a16="http://schemas.microsoft.com/office/drawing/2014/main" id="{90FBE04A-D76F-445E-8D61-0D86F6579B3D}"/>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CBE49CBB-4AD6-47BC-A790-83831E941B8C}"/>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한 차량 안에서 분석과 현장 검증이 이어집니다</a:t>
            </a:r>
          </a:p>
        </p:txBody>
      </p:sp>
      <p:sp>
        <p:nvSpPr>
          <p:cNvPr id="5" name="직사각형 4">
            <a:extLst>
              <a:ext uri="{FF2B5EF4-FFF2-40B4-BE49-F238E27FC236}">
                <a16:creationId xmlns:a16="http://schemas.microsoft.com/office/drawing/2014/main" id="{3A931EE5-5A53-4708-BB4E-5FC55FCEA2F0}"/>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01</a:t>
            </a:r>
          </a:p>
        </p:txBody>
      </p:sp>
      <p:sp>
        <p:nvSpPr>
          <p:cNvPr id="6" name="직사각형 5">
            <a:extLst>
              <a:ext uri="{FF2B5EF4-FFF2-40B4-BE49-F238E27FC236}">
                <a16:creationId xmlns:a16="http://schemas.microsoft.com/office/drawing/2014/main" id="{0B545E4D-ACF6-47B3-9294-834A858311FA}"/>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7F2AC886-28C5-4BE2-9BC6-443821F2454E}"/>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10</a:t>
            </a:r>
          </a:p>
        </p:txBody>
      </p:sp>
      <p:pic>
        <p:nvPicPr>
          <p:cNvPr id="8" name="그림 7">
            <a:extLst>
              <a:ext uri="{FF2B5EF4-FFF2-40B4-BE49-F238E27FC236}">
                <a16:creationId xmlns:a16="http://schemas.microsoft.com/office/drawing/2014/main" id="{1C6D9AF5-CA7A-45BD-9AFA-419579C6DC76}"/>
              </a:ext>
            </a:extLst>
          </p:cNvPr>
          <p:cNvPicPr>
            <a:picLocks noChangeAspect="1"/>
          </p:cNvPicPr>
          <p:nvPr/>
        </p:nvPicPr>
        <p:blipFill>
          <a:blip r:embed="rId3"/>
          <a:stretch/>
        </p:blipFill>
        <p:spPr>
          <a:xfrm>
            <a:off x="525955" y="2000250"/>
            <a:ext cx="9816115" cy="5524500"/>
          </a:xfrm>
          <a:prstGeom prst="rect">
            <a:avLst/>
          </a:prstGeom>
        </p:spPr>
      </p:pic>
      <p:sp>
        <p:nvSpPr>
          <p:cNvPr id="9" name="직사각형 8">
            <a:extLst>
              <a:ext uri="{FF2B5EF4-FFF2-40B4-BE49-F238E27FC236}">
                <a16:creationId xmlns:a16="http://schemas.microsoft.com/office/drawing/2014/main" id="{E471E740-D84E-4026-B0A9-C4DF0B6CA5CF}"/>
              </a:ext>
            </a:extLst>
          </p:cNvPr>
          <p:cNvSpPr>
            <a:spLocks noGrp="1"/>
          </p:cNvSpPr>
          <p:nvPr/>
        </p:nvSpPr>
        <p:spPr>
          <a:xfrm>
            <a:off x="10763250" y="2038350"/>
            <a:ext cx="3857625" cy="523875"/>
          </a:xfrm>
          <a:prstGeom prst="rect">
            <a:avLst/>
          </a:prstGeom>
          <a:noFill/>
          <a:ln w="0">
            <a:noFill/>
          </a:ln>
        </p:spPr>
        <p:txBody>
          <a:bodyPr lIns="0" tIns="0" rIns="0" bIns="0">
            <a:noAutofit/>
          </a:bodyPr>
          <a:lstStyle>
            <a:defPPr algn="l">
              <a:defRPr sz="2175" b="1">
                <a:solidFill>
                  <a:srgbClr val="007D80"/>
                </a:solidFill>
                <a:latin typeface="Apple SD Gothic Neo"/>
                <a:ea typeface="Apple SD Gothic Neo"/>
                <a:cs typeface="Apple SD Gothic Neo"/>
              </a:defRPr>
            </a:defPPr>
          </a:lstStyle>
          <a:p>
            <a:pPr algn="l">
              <a:lnSpc>
                <a:spcPct val="105000"/>
              </a:lnSpc>
              <a:buNone/>
              <a:defRPr sz="2175" b="1">
                <a:solidFill>
                  <a:srgbClr val="007D80"/>
                </a:solidFill>
                <a:latin typeface="Apple SD Gothic Neo"/>
                <a:ea typeface="Apple SD Gothic Neo"/>
                <a:cs typeface="Apple SD Gothic Neo"/>
              </a:defRPr>
            </a:pPr>
            <a:r>
              <a:rPr sz="2175" b="1">
                <a:solidFill>
                  <a:srgbClr val="007D80"/>
                </a:solidFill>
                <a:latin typeface="Apple SD Gothic Neo"/>
                <a:ea typeface="Apple SD Gothic Neo"/>
                <a:cs typeface="Apple SD Gothic Neo"/>
              </a:rPr>
              <a:t>01  운전석</a:t>
            </a:r>
          </a:p>
        </p:txBody>
      </p:sp>
      <p:sp>
        <p:nvSpPr>
          <p:cNvPr id="10" name="직사각형 9">
            <a:extLst>
              <a:ext uri="{FF2B5EF4-FFF2-40B4-BE49-F238E27FC236}">
                <a16:creationId xmlns:a16="http://schemas.microsoft.com/office/drawing/2014/main" id="{3FF72458-6CCC-4372-ABE3-503265826215}"/>
              </a:ext>
            </a:extLst>
          </p:cNvPr>
          <p:cNvSpPr>
            <a:spLocks noGrp="1"/>
          </p:cNvSpPr>
          <p:nvPr/>
        </p:nvSpPr>
        <p:spPr>
          <a:xfrm>
            <a:off x="10763250" y="2638425"/>
            <a:ext cx="3810000" cy="733425"/>
          </a:xfrm>
          <a:prstGeom prst="rect">
            <a:avLst/>
          </a:prstGeom>
          <a:noFill/>
          <a:ln w="0">
            <a:noFill/>
          </a:ln>
        </p:spPr>
        <p:txBody>
          <a:bodyPr lIns="0" tIns="0" rIns="0" bIns="0">
            <a:noAutofit/>
          </a:bodyPr>
          <a:lstStyle>
            <a:defPPr algn="l">
              <a:defRPr sz="1875" b="0">
                <a:solidFill>
                  <a:srgbClr val="102A35"/>
                </a:solidFill>
                <a:latin typeface="Apple SD Gothic Neo"/>
                <a:ea typeface="Apple SD Gothic Neo"/>
                <a:cs typeface="Apple SD Gothic Neo"/>
              </a:defRPr>
            </a:defPPr>
          </a:lstStyle>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12.9인치 PBV 화면</a:t>
            </a:r>
          </a:p>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Patrol AAOS 앱</a:t>
            </a:r>
          </a:p>
        </p:txBody>
      </p:sp>
      <p:sp>
        <p:nvSpPr>
          <p:cNvPr id="11" name="직사각형 10">
            <a:extLst>
              <a:ext uri="{FF2B5EF4-FFF2-40B4-BE49-F238E27FC236}">
                <a16:creationId xmlns:a16="http://schemas.microsoft.com/office/drawing/2014/main" id="{0EEFFC2E-46EF-4861-9A55-366279591D56}"/>
              </a:ext>
            </a:extLst>
          </p:cNvPr>
          <p:cNvSpPr>
            <a:spLocks noGrp="1"/>
          </p:cNvSpPr>
          <p:nvPr/>
        </p:nvSpPr>
        <p:spPr>
          <a:xfrm>
            <a:off x="10763250" y="3362325"/>
            <a:ext cx="3857625" cy="523875"/>
          </a:xfrm>
          <a:prstGeom prst="rect">
            <a:avLst/>
          </a:prstGeom>
          <a:noFill/>
          <a:ln w="0">
            <a:noFill/>
          </a:ln>
        </p:spPr>
        <p:txBody>
          <a:bodyPr lIns="0" tIns="0" rIns="0" bIns="0">
            <a:noAutofit/>
          </a:bodyPr>
          <a:lstStyle>
            <a:defPPr algn="l">
              <a:defRPr sz="2175" b="1">
                <a:solidFill>
                  <a:srgbClr val="007D80"/>
                </a:solidFill>
                <a:latin typeface="Apple SD Gothic Neo"/>
                <a:ea typeface="Apple SD Gothic Neo"/>
                <a:cs typeface="Apple SD Gothic Neo"/>
              </a:defRPr>
            </a:defPPr>
          </a:lstStyle>
          <a:p>
            <a:pPr algn="l">
              <a:lnSpc>
                <a:spcPct val="105000"/>
              </a:lnSpc>
              <a:buNone/>
              <a:defRPr sz="2175" b="1">
                <a:solidFill>
                  <a:srgbClr val="007D80"/>
                </a:solidFill>
                <a:latin typeface="Apple SD Gothic Neo"/>
                <a:ea typeface="Apple SD Gothic Neo"/>
                <a:cs typeface="Apple SD Gothic Neo"/>
              </a:defRPr>
            </a:pPr>
            <a:r>
              <a:rPr sz="2175" b="1">
                <a:solidFill>
                  <a:srgbClr val="007D80"/>
                </a:solidFill>
                <a:latin typeface="Apple SD Gothic Neo"/>
                <a:ea typeface="Apple SD Gothic Neo"/>
                <a:cs typeface="Apple SD Gothic Neo"/>
              </a:rPr>
              <a:t>02  전방 / 분석</a:t>
            </a:r>
          </a:p>
        </p:txBody>
      </p:sp>
      <p:sp>
        <p:nvSpPr>
          <p:cNvPr id="12" name="직사각형 11">
            <a:extLst>
              <a:ext uri="{FF2B5EF4-FFF2-40B4-BE49-F238E27FC236}">
                <a16:creationId xmlns:a16="http://schemas.microsoft.com/office/drawing/2014/main" id="{3D0D5911-8322-4BBC-8108-88C6300E7A37}"/>
              </a:ext>
            </a:extLst>
          </p:cNvPr>
          <p:cNvSpPr>
            <a:spLocks noGrp="1"/>
          </p:cNvSpPr>
          <p:nvPr/>
        </p:nvSpPr>
        <p:spPr>
          <a:xfrm>
            <a:off x="10763250" y="3962400"/>
            <a:ext cx="3810000" cy="733425"/>
          </a:xfrm>
          <a:prstGeom prst="rect">
            <a:avLst/>
          </a:prstGeom>
          <a:noFill/>
          <a:ln w="0">
            <a:noFill/>
          </a:ln>
        </p:spPr>
        <p:txBody>
          <a:bodyPr lIns="0" tIns="0" rIns="0" bIns="0">
            <a:noAutofit/>
          </a:bodyPr>
          <a:lstStyle>
            <a:defPPr algn="l">
              <a:defRPr sz="1875" b="0">
                <a:solidFill>
                  <a:srgbClr val="102A35"/>
                </a:solidFill>
                <a:latin typeface="Apple SD Gothic Neo"/>
                <a:ea typeface="Apple SD Gothic Neo"/>
                <a:cs typeface="Apple SD Gothic Neo"/>
              </a:defRPr>
            </a:defPPr>
          </a:lstStyle>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Edge Gateway·엣지 AI</a:t>
            </a:r>
          </a:p>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GPR 제어·저장·보안·전원</a:t>
            </a:r>
          </a:p>
        </p:txBody>
      </p:sp>
      <p:sp>
        <p:nvSpPr>
          <p:cNvPr id="13" name="직사각형 12">
            <a:extLst>
              <a:ext uri="{FF2B5EF4-FFF2-40B4-BE49-F238E27FC236}">
                <a16:creationId xmlns:a16="http://schemas.microsoft.com/office/drawing/2014/main" id="{90CD8AB0-2B59-45F2-94EF-44D00C5FDAF8}"/>
              </a:ext>
            </a:extLst>
          </p:cNvPr>
          <p:cNvSpPr>
            <a:spLocks noGrp="1"/>
          </p:cNvSpPr>
          <p:nvPr/>
        </p:nvSpPr>
        <p:spPr>
          <a:xfrm>
            <a:off x="10763250" y="4686300"/>
            <a:ext cx="3857625" cy="523875"/>
          </a:xfrm>
          <a:prstGeom prst="rect">
            <a:avLst/>
          </a:prstGeom>
          <a:noFill/>
          <a:ln w="0">
            <a:noFill/>
          </a:ln>
        </p:spPr>
        <p:txBody>
          <a:bodyPr lIns="0" tIns="0" rIns="0" bIns="0">
            <a:noAutofit/>
          </a:bodyPr>
          <a:lstStyle>
            <a:defPPr algn="l">
              <a:defRPr sz="2175" b="1">
                <a:solidFill>
                  <a:srgbClr val="007D80"/>
                </a:solidFill>
                <a:latin typeface="Apple SD Gothic Neo"/>
                <a:ea typeface="Apple SD Gothic Neo"/>
                <a:cs typeface="Apple SD Gothic Neo"/>
              </a:defRPr>
            </a:defPPr>
          </a:lstStyle>
          <a:p>
            <a:pPr algn="l">
              <a:lnSpc>
                <a:spcPct val="105000"/>
              </a:lnSpc>
              <a:buNone/>
              <a:defRPr sz="2175" b="1">
                <a:solidFill>
                  <a:srgbClr val="007D80"/>
                </a:solidFill>
                <a:latin typeface="Apple SD Gothic Neo"/>
                <a:ea typeface="Apple SD Gothic Neo"/>
                <a:cs typeface="Apple SD Gothic Neo"/>
              </a:defRPr>
            </a:pPr>
            <a:r>
              <a:rPr sz="2175" b="1">
                <a:solidFill>
                  <a:srgbClr val="007D80"/>
                </a:solidFill>
                <a:latin typeface="Apple SD Gothic Neo"/>
                <a:ea typeface="Apple SD Gothic Neo"/>
                <a:cs typeface="Apple SD Gothic Neo"/>
              </a:rPr>
              <a:t>03  측면 / 재탐사</a:t>
            </a:r>
          </a:p>
        </p:txBody>
      </p:sp>
      <p:sp>
        <p:nvSpPr>
          <p:cNvPr id="14" name="직사각형 13">
            <a:extLst>
              <a:ext uri="{FF2B5EF4-FFF2-40B4-BE49-F238E27FC236}">
                <a16:creationId xmlns:a16="http://schemas.microsoft.com/office/drawing/2014/main" id="{68085715-F4BA-48AC-997F-4FFEACFC36C6}"/>
              </a:ext>
            </a:extLst>
          </p:cNvPr>
          <p:cNvSpPr>
            <a:spLocks noGrp="1"/>
          </p:cNvSpPr>
          <p:nvPr/>
        </p:nvSpPr>
        <p:spPr>
          <a:xfrm>
            <a:off x="10763250" y="5286375"/>
            <a:ext cx="3810000" cy="733425"/>
          </a:xfrm>
          <a:prstGeom prst="rect">
            <a:avLst/>
          </a:prstGeom>
          <a:noFill/>
          <a:ln w="0">
            <a:noFill/>
          </a:ln>
        </p:spPr>
        <p:txBody>
          <a:bodyPr lIns="0" tIns="0" rIns="0" bIns="0">
            <a:noAutofit/>
          </a:bodyPr>
          <a:lstStyle>
            <a:defPPr algn="l">
              <a:defRPr sz="1875" b="0">
                <a:solidFill>
                  <a:srgbClr val="102A35"/>
                </a:solidFill>
                <a:latin typeface="Apple SD Gothic Neo"/>
                <a:ea typeface="Apple SD Gothic Neo"/>
                <a:cs typeface="Apple SD Gothic Neo"/>
              </a:defRPr>
            </a:defPPr>
          </a:lstStyle>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수동 GPR·AR 글래스</a:t>
            </a:r>
          </a:p>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RTK 이동국·마커·안테나</a:t>
            </a:r>
          </a:p>
        </p:txBody>
      </p:sp>
      <p:sp>
        <p:nvSpPr>
          <p:cNvPr id="15" name="직사각형 14">
            <a:extLst>
              <a:ext uri="{FF2B5EF4-FFF2-40B4-BE49-F238E27FC236}">
                <a16:creationId xmlns:a16="http://schemas.microsoft.com/office/drawing/2014/main" id="{3C489888-29A0-4D64-8209-9450E60E9582}"/>
              </a:ext>
            </a:extLst>
          </p:cNvPr>
          <p:cNvSpPr>
            <a:spLocks noGrp="1"/>
          </p:cNvSpPr>
          <p:nvPr/>
        </p:nvSpPr>
        <p:spPr>
          <a:xfrm>
            <a:off x="10763250" y="6010275"/>
            <a:ext cx="3857625" cy="523875"/>
          </a:xfrm>
          <a:prstGeom prst="rect">
            <a:avLst/>
          </a:prstGeom>
          <a:noFill/>
          <a:ln w="0">
            <a:noFill/>
          </a:ln>
        </p:spPr>
        <p:txBody>
          <a:bodyPr lIns="0" tIns="0" rIns="0" bIns="0">
            <a:noAutofit/>
          </a:bodyPr>
          <a:lstStyle>
            <a:defPPr algn="l">
              <a:defRPr sz="2175" b="1">
                <a:solidFill>
                  <a:srgbClr val="007D80"/>
                </a:solidFill>
                <a:latin typeface="Apple SD Gothic Neo"/>
                <a:ea typeface="Apple SD Gothic Neo"/>
                <a:cs typeface="Apple SD Gothic Neo"/>
              </a:defRPr>
            </a:defPPr>
          </a:lstStyle>
          <a:p>
            <a:pPr algn="l">
              <a:lnSpc>
                <a:spcPct val="105000"/>
              </a:lnSpc>
              <a:buNone/>
              <a:defRPr sz="2175" b="1">
                <a:solidFill>
                  <a:srgbClr val="007D80"/>
                </a:solidFill>
                <a:latin typeface="Apple SD Gothic Neo"/>
                <a:ea typeface="Apple SD Gothic Neo"/>
                <a:cs typeface="Apple SD Gothic Neo"/>
              </a:defRPr>
            </a:pPr>
            <a:r>
              <a:rPr sz="2175" b="1">
                <a:solidFill>
                  <a:srgbClr val="007D80"/>
                </a:solidFill>
                <a:latin typeface="Apple SD Gothic Neo"/>
                <a:ea typeface="Apple SD Gothic Neo"/>
                <a:cs typeface="Apple SD Gothic Neo"/>
              </a:rPr>
              <a:t>04  후방 / 안전</a:t>
            </a:r>
          </a:p>
        </p:txBody>
      </p:sp>
      <p:sp>
        <p:nvSpPr>
          <p:cNvPr id="16" name="직사각형 15">
            <a:extLst>
              <a:ext uri="{FF2B5EF4-FFF2-40B4-BE49-F238E27FC236}">
                <a16:creationId xmlns:a16="http://schemas.microsoft.com/office/drawing/2014/main" id="{FE23989E-14EA-462F-AE5C-3675E12B47BF}"/>
              </a:ext>
            </a:extLst>
          </p:cNvPr>
          <p:cNvSpPr>
            <a:spLocks noGrp="1"/>
          </p:cNvSpPr>
          <p:nvPr/>
        </p:nvSpPr>
        <p:spPr>
          <a:xfrm>
            <a:off x="10763250" y="6610350"/>
            <a:ext cx="3810000" cy="733425"/>
          </a:xfrm>
          <a:prstGeom prst="rect">
            <a:avLst/>
          </a:prstGeom>
          <a:noFill/>
          <a:ln w="0">
            <a:noFill/>
          </a:ln>
        </p:spPr>
        <p:txBody>
          <a:bodyPr lIns="0" tIns="0" rIns="0" bIns="0">
            <a:noAutofit/>
          </a:bodyPr>
          <a:lstStyle>
            <a:defPPr algn="l">
              <a:defRPr sz="1875" b="0">
                <a:solidFill>
                  <a:srgbClr val="102A35"/>
                </a:solidFill>
                <a:latin typeface="Apple SD Gothic Neo"/>
                <a:ea typeface="Apple SD Gothic Neo"/>
                <a:cs typeface="Apple SD Gothic Neo"/>
              </a:defRPr>
            </a:defPPr>
          </a:lstStyle>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관로 내시경·조명</a:t>
            </a:r>
          </a:p>
          <a:p>
            <a:pPr algn="l">
              <a:lnSpc>
                <a:spcPct val="105000"/>
              </a:lnSpc>
              <a:buNone/>
              <a:defRPr sz="1875" b="0">
                <a:solidFill>
                  <a:srgbClr val="102A35"/>
                </a:solidFill>
                <a:latin typeface="Apple SD Gothic Neo"/>
                <a:ea typeface="Apple SD Gothic Neo"/>
                <a:cs typeface="Apple SD Gothic Neo"/>
              </a:defRPr>
            </a:pPr>
            <a:r>
              <a:rPr sz="1875" b="0">
                <a:solidFill>
                  <a:srgbClr val="102A35"/>
                </a:solidFill>
                <a:latin typeface="Apple SD Gothic Neo"/>
                <a:ea typeface="Apple SD Gothic Neo"/>
                <a:cs typeface="Apple SD Gothic Neo"/>
              </a:rPr>
              <a:t>표지판·라바콘·PPE</a:t>
            </a:r>
          </a:p>
        </p:txBody>
      </p:sp>
      <p:sp>
        <p:nvSpPr>
          <p:cNvPr id="17" name="직사각형 16">
            <a:extLst>
              <a:ext uri="{FF2B5EF4-FFF2-40B4-BE49-F238E27FC236}">
                <a16:creationId xmlns:a16="http://schemas.microsoft.com/office/drawing/2014/main" id="{6C9C5F49-1645-498D-A679-E90C362752BF}"/>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[추가 확인 필요] 실제 장비 치수·총중량·축하중·열관리·고정 구조 · AI 생성 배치 콘셉트</a:t>
            </a:r>
          </a:p>
        </p:txBody>
      </p:sp>
    </p:spTree>
    <p:extLst>
      <p:ext uri="{BB962C8B-B14F-4D97-AF65-F5344CB8AC3E}">
        <p14:creationId xmlns:p14="http://schemas.microsoft.com/office/powerpoint/2010/main" val="878118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B476B698-8AF7-4E0D-8190-19711D44A301}"/>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B3959913-4C08-4996-AB95-49C7838AC2C7}"/>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PV5 선택 근거</a:t>
            </a:r>
          </a:p>
        </p:txBody>
      </p:sp>
      <p:sp>
        <p:nvSpPr>
          <p:cNvPr id="3" name="직사각형 2">
            <a:extLst>
              <a:ext uri="{FF2B5EF4-FFF2-40B4-BE49-F238E27FC236}">
                <a16:creationId xmlns:a16="http://schemas.microsoft.com/office/drawing/2014/main" id="{B1E7496D-07B0-4EFF-BCE5-16990BCFF2BE}"/>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4C5837AB-D6A9-4991-A383-6F7CEC085183}"/>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PV5를 센서 운반차 이상으로 사용하는 이유</a:t>
            </a:r>
          </a:p>
        </p:txBody>
      </p:sp>
      <p:sp>
        <p:nvSpPr>
          <p:cNvPr id="5" name="직사각형 4">
            <a:extLst>
              <a:ext uri="{FF2B5EF4-FFF2-40B4-BE49-F238E27FC236}">
                <a16:creationId xmlns:a16="http://schemas.microsoft.com/office/drawing/2014/main" id="{C970838C-622A-44EB-992E-24EC11FBBE96}"/>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2CD87E74-5EF4-4124-B82F-0A200BCB3AD1}"/>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11</a:t>
            </a:r>
          </a:p>
        </p:txBody>
      </p:sp>
      <p:sp>
        <p:nvSpPr>
          <p:cNvPr id="7" name="직사각형 6">
            <a:extLst>
              <a:ext uri="{FF2B5EF4-FFF2-40B4-BE49-F238E27FC236}">
                <a16:creationId xmlns:a16="http://schemas.microsoft.com/office/drawing/2014/main" id="{10E4BC4A-C452-4FDB-9435-4BCF5D02F0E8}"/>
              </a:ext>
            </a:extLst>
          </p:cNvPr>
          <p:cNvSpPr>
            <a:spLocks noGrp="1"/>
          </p:cNvSpPr>
          <p:nvPr/>
        </p:nvSpPr>
        <p:spPr>
          <a:xfrm>
            <a:off x="533400" y="2066925"/>
            <a:ext cx="7524750" cy="1638300"/>
          </a:xfrm>
          <a:prstGeom prst="rect">
            <a:avLst/>
          </a:prstGeom>
          <a:noFill/>
          <a:ln w="0">
            <a:noFill/>
          </a:ln>
        </p:spPr>
        <p:txBody>
          <a:bodyPr lIns="0" tIns="0" rIns="0" bIns="0">
            <a:noAutofit/>
          </a:bodyPr>
          <a:lstStyle>
            <a:defPPr algn="l">
              <a:defRPr sz="9600" b="1">
                <a:solidFill>
                  <a:srgbClr val="007D80"/>
                </a:solidFill>
                <a:latin typeface="Apple SD Gothic Neo"/>
                <a:ea typeface="Apple SD Gothic Neo"/>
                <a:cs typeface="Apple SD Gothic Neo"/>
              </a:defRPr>
            </a:defPPr>
          </a:lstStyle>
          <a:p>
            <a:pPr algn="l">
              <a:lnSpc>
                <a:spcPct val="105000"/>
              </a:lnSpc>
              <a:buNone/>
              <a:defRPr sz="9600" b="1">
                <a:solidFill>
                  <a:srgbClr val="007D80"/>
                </a:solidFill>
                <a:latin typeface="Apple SD Gothic Neo"/>
                <a:ea typeface="Apple SD Gothic Neo"/>
                <a:cs typeface="Apple SD Gothic Neo"/>
              </a:defRPr>
            </a:pPr>
            <a:r>
              <a:rPr sz="9600" b="1">
                <a:solidFill>
                  <a:srgbClr val="007D80"/>
                </a:solidFill>
                <a:latin typeface="Apple SD Gothic Neo"/>
                <a:ea typeface="Apple SD Gothic Neo"/>
                <a:cs typeface="Apple SD Gothic Neo"/>
              </a:rPr>
              <a:t>220V</a:t>
            </a:r>
          </a:p>
        </p:txBody>
      </p:sp>
      <p:sp>
        <p:nvSpPr>
          <p:cNvPr id="8" name="직사각형 7">
            <a:extLst>
              <a:ext uri="{FF2B5EF4-FFF2-40B4-BE49-F238E27FC236}">
                <a16:creationId xmlns:a16="http://schemas.microsoft.com/office/drawing/2014/main" id="{3C32CC4E-D3E0-45A5-BB2E-1ED9BB35C43B}"/>
              </a:ext>
            </a:extLst>
          </p:cNvPr>
          <p:cNvSpPr>
            <a:spLocks noGrp="1"/>
          </p:cNvSpPr>
          <p:nvPr/>
        </p:nvSpPr>
        <p:spPr>
          <a:xfrm>
            <a:off x="590550" y="3886200"/>
            <a:ext cx="6191250" cy="523875"/>
          </a:xfrm>
          <a:prstGeom prst="rect">
            <a:avLst/>
          </a:prstGeom>
          <a:noFill/>
          <a:ln w="0">
            <a:noFill/>
          </a:ln>
        </p:spPr>
        <p:txBody>
          <a:bodyPr lIns="0" tIns="0" rIns="0" bIns="0">
            <a:noAutofit/>
          </a:bodyPr>
          <a:lstStyle>
            <a:defPPr algn="l">
              <a:defRPr sz="2850" b="1">
                <a:solidFill>
                  <a:srgbClr val="102A35"/>
                </a:solidFill>
                <a:latin typeface="Apple SD Gothic Neo"/>
                <a:ea typeface="Apple SD Gothic Neo"/>
                <a:cs typeface="Apple SD Gothic Neo"/>
              </a:defRPr>
            </a:defPPr>
          </a:lstStyle>
          <a:p>
            <a:pPr algn="l">
              <a:lnSpc>
                <a:spcPct val="105000"/>
              </a:lnSpc>
              <a:buNone/>
              <a:defRPr sz="2850" b="1">
                <a:solidFill>
                  <a:srgbClr val="102A35"/>
                </a:solidFill>
                <a:latin typeface="Apple SD Gothic Neo"/>
                <a:ea typeface="Apple SD Gothic Neo"/>
                <a:cs typeface="Apple SD Gothic Neo"/>
              </a:defRPr>
            </a:pPr>
            <a:r>
              <a:rPr sz="2850" b="1">
                <a:solidFill>
                  <a:srgbClr val="102A35"/>
                </a:solidFill>
                <a:latin typeface="Apple SD Gothic Neo"/>
                <a:ea typeface="Apple SD Gothic Neo"/>
                <a:cs typeface="Apple SD Gothic Neo"/>
              </a:rPr>
              <a:t>카고룸 V2L</a:t>
            </a:r>
          </a:p>
        </p:txBody>
      </p:sp>
      <p:sp>
        <p:nvSpPr>
          <p:cNvPr id="9" name="직사각형 8">
            <a:extLst>
              <a:ext uri="{FF2B5EF4-FFF2-40B4-BE49-F238E27FC236}">
                <a16:creationId xmlns:a16="http://schemas.microsoft.com/office/drawing/2014/main" id="{E9902B02-6A54-48D3-AB7A-F3AE54B63C20}"/>
              </a:ext>
            </a:extLst>
          </p:cNvPr>
          <p:cNvSpPr>
            <a:spLocks noGrp="1"/>
          </p:cNvSpPr>
          <p:nvPr/>
        </p:nvSpPr>
        <p:spPr>
          <a:xfrm>
            <a:off x="590550" y="4733925"/>
            <a:ext cx="6477000" cy="1000125"/>
          </a:xfrm>
          <a:prstGeom prst="rect">
            <a:avLst/>
          </a:prstGeom>
          <a:noFill/>
          <a:ln w="0">
            <a:noFill/>
          </a:ln>
        </p:spPr>
        <p:txBody>
          <a:bodyPr lIns="0" tIns="0" rIns="0" bIns="0">
            <a:noAutofit/>
          </a:bodyPr>
          <a:lstStyle>
            <a:defPPr algn="l">
              <a:defRPr sz="2400" b="0">
                <a:solidFill>
                  <a:srgbClr val="102A35"/>
                </a:solidFill>
                <a:latin typeface="Apple SD Gothic Neo"/>
                <a:ea typeface="Apple SD Gothic Neo"/>
                <a:cs typeface="Apple SD Gothic Neo"/>
              </a:defRPr>
            </a:defPPr>
          </a:lstStyle>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센서·모니터·엣지 컴퓨터의</a:t>
            </a:r>
          </a:p>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현장 전력 공급 기반</a:t>
            </a:r>
          </a:p>
        </p:txBody>
      </p:sp>
      <p:sp>
        <p:nvSpPr>
          <p:cNvPr id="10" name="직사각형 9">
            <a:extLst>
              <a:ext uri="{FF2B5EF4-FFF2-40B4-BE49-F238E27FC236}">
                <a16:creationId xmlns:a16="http://schemas.microsoft.com/office/drawing/2014/main" id="{8F9E8EA2-AEAA-4CD0-BFC3-60042F0AD04F}"/>
              </a:ext>
            </a:extLst>
          </p:cNvPr>
          <p:cNvSpPr>
            <a:spLocks noGrp="1"/>
          </p:cNvSpPr>
          <p:nvPr/>
        </p:nvSpPr>
        <p:spPr>
          <a:xfrm>
            <a:off x="8572500" y="2066925"/>
            <a:ext cx="5953125" cy="1638300"/>
          </a:xfrm>
          <a:prstGeom prst="rect">
            <a:avLst/>
          </a:prstGeom>
          <a:noFill/>
          <a:ln w="0">
            <a:noFill/>
          </a:ln>
        </p:spPr>
        <p:txBody>
          <a:bodyPr lIns="0" tIns="0" rIns="0" bIns="0">
            <a:noAutofit/>
          </a:bodyPr>
          <a:lstStyle>
            <a:defPPr algn="l">
              <a:defRPr sz="9600" b="1">
                <a:solidFill>
                  <a:srgbClr val="102A35"/>
                </a:solidFill>
                <a:latin typeface="Apple SD Gothic Neo"/>
                <a:ea typeface="Apple SD Gothic Neo"/>
                <a:cs typeface="Apple SD Gothic Neo"/>
              </a:defRPr>
            </a:defPPr>
          </a:lstStyle>
          <a:p>
            <a:pPr algn="l">
              <a:lnSpc>
                <a:spcPct val="105000"/>
              </a:lnSpc>
              <a:buNone/>
              <a:defRPr sz="9600" b="1">
                <a:solidFill>
                  <a:srgbClr val="102A35"/>
                </a:solidFill>
                <a:latin typeface="Apple SD Gothic Neo"/>
                <a:ea typeface="Apple SD Gothic Neo"/>
                <a:cs typeface="Apple SD Gothic Neo"/>
              </a:defRPr>
            </a:pPr>
            <a:r>
              <a:rPr sz="9600" b="1">
                <a:solidFill>
                  <a:srgbClr val="102A35"/>
                </a:solidFill>
                <a:latin typeface="Apple SD Gothic Neo"/>
                <a:ea typeface="Apple SD Gothic Neo"/>
                <a:cs typeface="Apple SD Gothic Neo"/>
              </a:rPr>
              <a:t>12.9″</a:t>
            </a:r>
          </a:p>
        </p:txBody>
      </p:sp>
      <p:sp>
        <p:nvSpPr>
          <p:cNvPr id="11" name="직사각형 10">
            <a:extLst>
              <a:ext uri="{FF2B5EF4-FFF2-40B4-BE49-F238E27FC236}">
                <a16:creationId xmlns:a16="http://schemas.microsoft.com/office/drawing/2014/main" id="{928A16FC-E003-46F7-A2FD-13B78FFF9DE8}"/>
              </a:ext>
            </a:extLst>
          </p:cNvPr>
          <p:cNvSpPr>
            <a:spLocks noGrp="1"/>
          </p:cNvSpPr>
          <p:nvPr/>
        </p:nvSpPr>
        <p:spPr>
          <a:xfrm>
            <a:off x="8639175" y="3886200"/>
            <a:ext cx="5810250" cy="523875"/>
          </a:xfrm>
          <a:prstGeom prst="rect">
            <a:avLst/>
          </a:prstGeom>
          <a:noFill/>
          <a:ln w="0">
            <a:noFill/>
          </a:ln>
        </p:spPr>
        <p:txBody>
          <a:bodyPr lIns="0" tIns="0" rIns="0" bIns="0">
            <a:noAutofit/>
          </a:bodyPr>
          <a:lstStyle>
            <a:defPPr algn="l">
              <a:defRPr sz="2700" b="1">
                <a:solidFill>
                  <a:srgbClr val="102A35"/>
                </a:solidFill>
                <a:latin typeface="Apple SD Gothic Neo"/>
                <a:ea typeface="Apple SD Gothic Neo"/>
                <a:cs typeface="Apple SD Gothic Neo"/>
              </a:defRPr>
            </a:defPPr>
          </a:lstStyle>
          <a:p>
            <a:pPr algn="l">
              <a:lnSpc>
                <a:spcPct val="105000"/>
              </a:lnSpc>
              <a:buNone/>
              <a:defRPr sz="2700" b="1">
                <a:solidFill>
                  <a:srgbClr val="102A35"/>
                </a:solidFill>
                <a:latin typeface="Apple SD Gothic Neo"/>
                <a:ea typeface="Apple SD Gothic Neo"/>
                <a:cs typeface="Apple SD Gothic Neo"/>
              </a:defRPr>
            </a:pPr>
            <a:r>
              <a:rPr sz="2700" b="1">
                <a:solidFill>
                  <a:srgbClr val="102A35"/>
                </a:solidFill>
                <a:latin typeface="Apple SD Gothic Neo"/>
                <a:ea typeface="Apple SD Gothic Neo"/>
                <a:cs typeface="Apple SD Gothic Neo"/>
              </a:rPr>
              <a:t>PBV 전용 인포테인먼트</a:t>
            </a:r>
          </a:p>
        </p:txBody>
      </p:sp>
      <p:sp>
        <p:nvSpPr>
          <p:cNvPr id="12" name="직사각형 11">
            <a:extLst>
              <a:ext uri="{FF2B5EF4-FFF2-40B4-BE49-F238E27FC236}">
                <a16:creationId xmlns:a16="http://schemas.microsoft.com/office/drawing/2014/main" id="{F744DD88-B00F-46CB-AFE6-2651095B36CF}"/>
              </a:ext>
            </a:extLst>
          </p:cNvPr>
          <p:cNvSpPr>
            <a:spLocks noGrp="1"/>
          </p:cNvSpPr>
          <p:nvPr/>
        </p:nvSpPr>
        <p:spPr>
          <a:xfrm>
            <a:off x="8639175" y="4733925"/>
            <a:ext cx="5810250" cy="1000125"/>
          </a:xfrm>
          <a:prstGeom prst="rect">
            <a:avLst/>
          </a:prstGeom>
          <a:noFill/>
          <a:ln w="0">
            <a:noFill/>
          </a:ln>
        </p:spPr>
        <p:txBody>
          <a:bodyPr lIns="0" tIns="0" rIns="0" bIns="0">
            <a:noAutofit/>
          </a:bodyPr>
          <a:lstStyle>
            <a:defPPr algn="l">
              <a:defRPr sz="2400" b="0">
                <a:solidFill>
                  <a:srgbClr val="102A35"/>
                </a:solidFill>
                <a:latin typeface="Apple SD Gothic Neo"/>
                <a:ea typeface="Apple SD Gothic Neo"/>
                <a:cs typeface="Apple SD Gothic Neo"/>
              </a:defRPr>
            </a:defPPr>
          </a:lstStyle>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순찰 업무 앱과 차량관제 연동</a:t>
            </a:r>
          </a:p>
          <a:p>
            <a:pPr algn="l">
              <a:lnSpc>
                <a:spcPct val="105000"/>
              </a:lnSpc>
              <a:buNone/>
              <a:defRPr sz="2400" b="0">
                <a:solidFill>
                  <a:srgbClr val="102A35"/>
                </a:solidFill>
                <a:latin typeface="Apple SD Gothic Neo"/>
                <a:ea typeface="Apple SD Gothic Neo"/>
                <a:cs typeface="Apple SD Gothic Neo"/>
              </a:defRPr>
            </a:pPr>
            <a:r>
              <a:rPr sz="2400" b="0">
                <a:solidFill>
                  <a:srgbClr val="102A35"/>
                </a:solidFill>
                <a:latin typeface="Apple SD Gothic Neo"/>
                <a:ea typeface="Apple SD Gothic Neo"/>
                <a:cs typeface="Apple SD Gothic Neo"/>
              </a:rPr>
              <a:t>[추가 확인 필요]</a:t>
            </a:r>
          </a:p>
        </p:txBody>
      </p:sp>
      <p:sp>
        <p:nvSpPr>
          <p:cNvPr id="13" name="직사각형 12">
            <a:extLst>
              <a:ext uri="{FF2B5EF4-FFF2-40B4-BE49-F238E27FC236}">
                <a16:creationId xmlns:a16="http://schemas.microsoft.com/office/drawing/2014/main" id="{CE2FBC0A-8875-478B-981B-ABCA6030C697}"/>
              </a:ext>
            </a:extLst>
          </p:cNvPr>
          <p:cNvSpPr>
            <a:spLocks noGrp="1"/>
          </p:cNvSpPr>
          <p:nvPr/>
        </p:nvSpPr>
        <p:spPr>
          <a:xfrm>
            <a:off x="533400" y="6343650"/>
            <a:ext cx="14173200" cy="14288"/>
          </a:xfrm>
          <a:prstGeom prst="rect">
            <a:avLst/>
          </a:prstGeom>
          <a:solidFill>
            <a:srgbClr val="CCD5D0"/>
          </a:solidFill>
          <a:ln w="0">
            <a:noFill/>
          </a:ln>
        </p:spPr>
        <p:txBody>
          <a:bodyPr/>
          <a:lstStyle/>
          <a:p>
            <a:endParaRPr lang="ko-KR" altLang="en-US"/>
          </a:p>
        </p:txBody>
      </p:sp>
      <p:sp>
        <p:nvSpPr>
          <p:cNvPr id="14" name="직사각형 13">
            <a:extLst>
              <a:ext uri="{FF2B5EF4-FFF2-40B4-BE49-F238E27FC236}">
                <a16:creationId xmlns:a16="http://schemas.microsoft.com/office/drawing/2014/main" id="{E6ABFABF-502F-4762-A805-77BB3BE4BA06}"/>
              </a:ext>
            </a:extLst>
          </p:cNvPr>
          <p:cNvSpPr>
            <a:spLocks noGrp="1"/>
          </p:cNvSpPr>
          <p:nvPr/>
        </p:nvSpPr>
        <p:spPr>
          <a:xfrm>
            <a:off x="533400" y="6705600"/>
            <a:ext cx="7048500" cy="857250"/>
          </a:xfrm>
          <a:prstGeom prst="rect">
            <a:avLst/>
          </a:prstGeom>
          <a:noFill/>
          <a:ln w="0">
            <a:noFill/>
          </a:ln>
        </p:spPr>
        <p:txBody>
          <a:bodyPr lIns="0" tIns="0" rIns="0" bIns="0">
            <a:noAutofit/>
          </a:bodyPr>
          <a:lstStyle>
            <a:defPPr algn="l">
              <a:defRPr sz="2400" b="1">
                <a:solidFill>
                  <a:srgbClr val="007D80"/>
                </a:solidFill>
                <a:latin typeface="Apple SD Gothic Neo"/>
                <a:ea typeface="Apple SD Gothic Neo"/>
                <a:cs typeface="Apple SD Gothic Neo"/>
              </a:defRPr>
            </a:defPPr>
          </a:lstStyle>
          <a:p>
            <a:pPr algn="l">
              <a:lnSpc>
                <a:spcPct val="105000"/>
              </a:lnSpc>
              <a:buNone/>
              <a:defRPr sz="2400" b="1">
                <a:solidFill>
                  <a:srgbClr val="007D80"/>
                </a:solidFill>
                <a:latin typeface="Apple SD Gothic Neo"/>
                <a:ea typeface="Apple SD Gothic Neo"/>
                <a:cs typeface="Apple SD Gothic Neo"/>
              </a:defRPr>
            </a:pPr>
            <a:r>
              <a:rPr sz="2400" b="1">
                <a:solidFill>
                  <a:srgbClr val="007D80"/>
                </a:solidFill>
                <a:latin typeface="Apple SD Gothic Neo"/>
                <a:ea typeface="Apple SD Gothic Neo"/>
                <a:cs typeface="Apple SD Gothic Neo"/>
              </a:rPr>
              <a:t>새벽 저소음 운행에 유리</a:t>
            </a:r>
          </a:p>
        </p:txBody>
      </p:sp>
      <p:sp>
        <p:nvSpPr>
          <p:cNvPr id="15" name="직사각형 14">
            <a:extLst>
              <a:ext uri="{FF2B5EF4-FFF2-40B4-BE49-F238E27FC236}">
                <a16:creationId xmlns:a16="http://schemas.microsoft.com/office/drawing/2014/main" id="{E526AB8E-9995-4192-B921-79273223036E}"/>
              </a:ext>
            </a:extLst>
          </p:cNvPr>
          <p:cNvSpPr>
            <a:spLocks noGrp="1"/>
          </p:cNvSpPr>
          <p:nvPr/>
        </p:nvSpPr>
        <p:spPr>
          <a:xfrm>
            <a:off x="7858125" y="6705600"/>
            <a:ext cx="6762750" cy="857250"/>
          </a:xfrm>
          <a:prstGeom prst="rect">
            <a:avLst/>
          </a:prstGeom>
          <a:noFill/>
          <a:ln w="0">
            <a:noFill/>
          </a:ln>
        </p:spPr>
        <p:txBody>
          <a:bodyPr lIns="0" tIns="0" rIns="0" bIns="0">
            <a:noAutofit/>
          </a:bodyPr>
          <a:lstStyle>
            <a:defPPr algn="l">
              <a:defRPr sz="2400" b="1">
                <a:solidFill>
                  <a:srgbClr val="007D80"/>
                </a:solidFill>
                <a:latin typeface="Apple SD Gothic Neo"/>
                <a:ea typeface="Apple SD Gothic Neo"/>
                <a:cs typeface="Apple SD Gothic Neo"/>
              </a:defRPr>
            </a:defPPr>
          </a:lstStyle>
          <a:p>
            <a:pPr algn="l">
              <a:lnSpc>
                <a:spcPct val="105000"/>
              </a:lnSpc>
              <a:buNone/>
              <a:defRPr sz="2400" b="1">
                <a:solidFill>
                  <a:srgbClr val="007D80"/>
                </a:solidFill>
                <a:latin typeface="Apple SD Gothic Neo"/>
                <a:ea typeface="Apple SD Gothic Neo"/>
                <a:cs typeface="Apple SD Gothic Neo"/>
              </a:defRPr>
            </a:pPr>
            <a:r>
              <a:rPr sz="2400" b="1">
                <a:solidFill>
                  <a:srgbClr val="007D80"/>
                </a:solidFill>
                <a:latin typeface="Apple SD Gothic Neo"/>
                <a:ea typeface="Apple SD Gothic Neo"/>
                <a:cs typeface="Apple SD Gothic Neo"/>
              </a:rPr>
              <a:t>정차 중 현장 배기가스 없이 분석</a:t>
            </a:r>
          </a:p>
        </p:txBody>
      </p:sp>
      <p:sp>
        <p:nvSpPr>
          <p:cNvPr id="16" name="직사각형 15">
            <a:extLst>
              <a:ext uri="{FF2B5EF4-FFF2-40B4-BE49-F238E27FC236}">
                <a16:creationId xmlns:a16="http://schemas.microsoft.com/office/drawing/2014/main" id="{7443B56A-4C3D-4E34-B948-A494B9629293}"/>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카고룸 분석·보관 공간 및 고정 장비 구성 제안 · 부하와 주행 중 V2L 조건은 추가 확인</a:t>
            </a:r>
          </a:p>
        </p:txBody>
      </p:sp>
    </p:spTree>
    <p:extLst>
      <p:ext uri="{BB962C8B-B14F-4D97-AF65-F5344CB8AC3E}">
        <p14:creationId xmlns:p14="http://schemas.microsoft.com/office/powerpoint/2010/main" val="198994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9F5B2627-4CAD-405C-85F3-566F18286662}"/>
              </a:ext>
            </a:extLst>
          </p:cNvPr>
          <p:cNvSpPr>
            <a:spLocks noGrp="1"/>
          </p:cNvSpPr>
          <p:nvPr/>
        </p:nvSpPr>
        <p:spPr>
          <a:xfrm>
            <a:off x="533400" y="400050"/>
            <a:ext cx="11430000" cy="381000"/>
          </a:xfrm>
          <a:prstGeom prst="rect">
            <a:avLst/>
          </a:prstGeom>
          <a:noFill/>
          <a:ln w="0">
            <a:noFill/>
          </a:ln>
        </p:spPr>
        <p:txBody>
          <a:bodyPr lIns="0" tIns="0" rIns="0" bIns="0">
            <a:noAutofit/>
          </a:bodyPr>
          <a:lstStyle>
            <a:defPPr algn="l">
              <a:defRPr sz="1725" b="1">
                <a:solidFill>
                  <a:srgbClr val="A9F2CE"/>
                </a:solidFill>
                <a:latin typeface="Apple SD Gothic Neo"/>
                <a:ea typeface="Apple SD Gothic Neo"/>
                <a:cs typeface="Apple SD Gothic Neo"/>
              </a:defRPr>
            </a:defPPr>
          </a:lstStyle>
          <a:p>
            <a:pPr algn="l">
              <a:lnSpc>
                <a:spcPct val="105000"/>
              </a:lnSpc>
              <a:buNone/>
              <a:defRPr sz="1725" b="1">
                <a:solidFill>
                  <a:srgbClr val="A9F2CE"/>
                </a:solidFill>
                <a:latin typeface="Apple SD Gothic Neo"/>
                <a:ea typeface="Apple SD Gothic Neo"/>
                <a:cs typeface="Apple SD Gothic Neo"/>
              </a:defRPr>
            </a:pPr>
            <a:r>
              <a:rPr sz="1725" b="1">
                <a:solidFill>
                  <a:srgbClr val="A9F2CE"/>
                </a:solidFill>
                <a:latin typeface="Apple SD Gothic Neo"/>
                <a:ea typeface="Apple SD Gothic Neo"/>
                <a:cs typeface="Apple SD Gothic Neo"/>
              </a:rPr>
              <a:t>GROUNDWATCH / 02</a:t>
            </a:r>
          </a:p>
        </p:txBody>
      </p:sp>
      <p:sp>
        <p:nvSpPr>
          <p:cNvPr id="2" name="직사각형 1">
            <a:extLst>
              <a:ext uri="{FF2B5EF4-FFF2-40B4-BE49-F238E27FC236}">
                <a16:creationId xmlns:a16="http://schemas.microsoft.com/office/drawing/2014/main" id="{8D2F0E43-D785-4656-B519-0FAA7FF486CF}"/>
              </a:ext>
            </a:extLst>
          </p:cNvPr>
          <p:cNvSpPr>
            <a:spLocks noGrp="1"/>
          </p:cNvSpPr>
          <p:nvPr/>
        </p:nvSpPr>
        <p:spPr>
          <a:xfrm>
            <a:off x="9810750" y="1666875"/>
            <a:ext cx="4857750" cy="4667250"/>
          </a:xfrm>
          <a:prstGeom prst="rect">
            <a:avLst/>
          </a:prstGeom>
          <a:noFill/>
          <a:ln w="0">
            <a:noFill/>
          </a:ln>
        </p:spPr>
        <p:txBody>
          <a:bodyPr lIns="0" tIns="0" rIns="0" bIns="0">
            <a:noAutofit/>
          </a:bodyPr>
          <a:lstStyle>
            <a:defPPr algn="r">
              <a:defRPr sz="22500" b="1">
                <a:solidFill>
                  <a:srgbClr val="153C46"/>
                </a:solidFill>
                <a:latin typeface="Apple SD Gothic Neo"/>
                <a:ea typeface="Apple SD Gothic Neo"/>
                <a:cs typeface="Apple SD Gothic Neo"/>
              </a:defRPr>
            </a:defPPr>
          </a:lstStyle>
          <a:p>
            <a:pPr algn="r">
              <a:lnSpc>
                <a:spcPct val="105000"/>
              </a:lnSpc>
              <a:buNone/>
              <a:defRPr sz="22500" b="1">
                <a:solidFill>
                  <a:srgbClr val="153C46"/>
                </a:solidFill>
                <a:latin typeface="Apple SD Gothic Neo"/>
                <a:ea typeface="Apple SD Gothic Neo"/>
                <a:cs typeface="Apple SD Gothic Neo"/>
              </a:defRPr>
            </a:pPr>
            <a:r>
              <a:rPr sz="22500" b="1">
                <a:solidFill>
                  <a:srgbClr val="153C46"/>
                </a:solidFill>
                <a:latin typeface="Apple SD Gothic Neo"/>
                <a:ea typeface="Apple SD Gothic Neo"/>
                <a:cs typeface="Apple SD Gothic Neo"/>
              </a:rPr>
              <a:t>02</a:t>
            </a:r>
          </a:p>
        </p:txBody>
      </p:sp>
      <p:sp>
        <p:nvSpPr>
          <p:cNvPr id="3" name="직사각형 2">
            <a:extLst>
              <a:ext uri="{FF2B5EF4-FFF2-40B4-BE49-F238E27FC236}">
                <a16:creationId xmlns:a16="http://schemas.microsoft.com/office/drawing/2014/main" id="{821536CD-DD5A-47E9-A50E-94BE45899EED}"/>
              </a:ext>
            </a:extLst>
          </p:cNvPr>
          <p:cNvSpPr>
            <a:spLocks noGrp="1"/>
          </p:cNvSpPr>
          <p:nvPr/>
        </p:nvSpPr>
        <p:spPr>
          <a:xfrm>
            <a:off x="533400" y="2686050"/>
            <a:ext cx="11334750" cy="2190750"/>
          </a:xfrm>
          <a:prstGeom prst="rect">
            <a:avLst/>
          </a:prstGeom>
          <a:noFill/>
          <a:ln w="0">
            <a:noFill/>
          </a:ln>
        </p:spPr>
        <p:txBody>
          <a:bodyPr lIns="0" tIns="0" rIns="0" bIns="0">
            <a:noAutofit/>
          </a:bodyPr>
          <a:lstStyle>
            <a:defPPr algn="l">
              <a:defRPr sz="6225" b="1">
                <a:solidFill>
                  <a:srgbClr val="FFFFFF"/>
                </a:solidFill>
                <a:latin typeface="Apple SD Gothic Neo"/>
                <a:ea typeface="Apple SD Gothic Neo"/>
                <a:cs typeface="Apple SD Gothic Neo"/>
              </a:defRPr>
            </a:defPPr>
          </a:lstStyle>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어제와 달라진</a:t>
            </a:r>
          </a:p>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신호를 찾는 분석</a:t>
            </a:r>
          </a:p>
        </p:txBody>
      </p:sp>
      <p:sp>
        <p:nvSpPr>
          <p:cNvPr id="4" name="직사각형 3">
            <a:extLst>
              <a:ext uri="{FF2B5EF4-FFF2-40B4-BE49-F238E27FC236}">
                <a16:creationId xmlns:a16="http://schemas.microsoft.com/office/drawing/2014/main" id="{D3C95486-5DAE-4317-8788-4772E84C92A6}"/>
              </a:ext>
            </a:extLst>
          </p:cNvPr>
          <p:cNvSpPr>
            <a:spLocks noGrp="1"/>
          </p:cNvSpPr>
          <p:nvPr/>
        </p:nvSpPr>
        <p:spPr>
          <a:xfrm>
            <a:off x="571500" y="5572125"/>
            <a:ext cx="10477500" cy="952500"/>
          </a:xfrm>
          <a:prstGeom prst="rect">
            <a:avLst/>
          </a:prstGeom>
          <a:noFill/>
          <a:ln w="0">
            <a:noFill/>
          </a:ln>
        </p:spPr>
        <p:txBody>
          <a:bodyPr lIns="0" tIns="0" rIns="0" bIns="0">
            <a:noAutofit/>
          </a:bodyPr>
          <a:lstStyle>
            <a:defPPr algn="l">
              <a:defRPr sz="2400" b="0">
                <a:solidFill>
                  <a:srgbClr val="A9F2CE"/>
                </a:solidFill>
                <a:latin typeface="Apple SD Gothic Neo"/>
                <a:ea typeface="Apple SD Gothic Neo"/>
                <a:cs typeface="Apple SD Gothic Neo"/>
              </a:defRPr>
            </a:defPPr>
          </a:lstStyle>
          <a:p>
            <a:pPr algn="l">
              <a:lnSpc>
                <a:spcPct val="105000"/>
              </a:lnSpc>
              <a:buNone/>
              <a:defRPr sz="2400" b="0">
                <a:solidFill>
                  <a:srgbClr val="A9F2CE"/>
                </a:solidFill>
                <a:latin typeface="Apple SD Gothic Neo"/>
                <a:ea typeface="Apple SD Gothic Neo"/>
                <a:cs typeface="Apple SD Gothic Neo"/>
              </a:defRPr>
            </a:pPr>
            <a:r>
              <a:rPr sz="2400" b="0">
                <a:solidFill>
                  <a:srgbClr val="A9F2CE"/>
                </a:solidFill>
                <a:latin typeface="Apple SD Gothic Neo"/>
                <a:ea typeface="Apple SD Gothic Neo"/>
                <a:cs typeface="Apple SD Gothic Neo"/>
              </a:rPr>
              <a:t>AI는 변화 후보를 제시하고, 전문가가 확인합니다</a:t>
            </a:r>
          </a:p>
        </p:txBody>
      </p:sp>
      <p:sp>
        <p:nvSpPr>
          <p:cNvPr id="5" name="직사각형 4">
            <a:extLst>
              <a:ext uri="{FF2B5EF4-FFF2-40B4-BE49-F238E27FC236}">
                <a16:creationId xmlns:a16="http://schemas.microsoft.com/office/drawing/2014/main" id="{9184FAAD-66F8-4C54-977A-6C64D3798114}"/>
              </a:ext>
            </a:extLst>
          </p:cNvPr>
          <p:cNvSpPr>
            <a:spLocks noGrp="1"/>
          </p:cNvSpPr>
          <p:nvPr/>
        </p:nvSpPr>
        <p:spPr>
          <a:xfrm>
            <a:off x="533400" y="8096250"/>
            <a:ext cx="11430000" cy="285750"/>
          </a:xfrm>
          <a:prstGeom prst="rect">
            <a:avLst/>
          </a:prstGeom>
          <a:noFill/>
          <a:ln w="0">
            <a:noFill/>
          </a:ln>
        </p:spPr>
        <p:txBody>
          <a:bodyPr lIns="0" tIns="0" rIns="0" bIns="0">
            <a:noAutofit/>
          </a:bodyPr>
          <a:lstStyle>
            <a:defPPr algn="l">
              <a:defRPr sz="1350" b="0">
                <a:solidFill>
                  <a:srgbClr val="89A3A4"/>
                </a:solidFill>
                <a:latin typeface="Apple SD Gothic Neo"/>
                <a:ea typeface="Apple SD Gothic Neo"/>
                <a:cs typeface="Apple SD Gothic Neo"/>
              </a:defRPr>
            </a:defPPr>
          </a:lstStyle>
          <a:p>
            <a:pPr algn="l">
              <a:lnSpc>
                <a:spcPct val="105000"/>
              </a:lnSpc>
              <a:buNone/>
              <a:defRPr sz="1350" b="0">
                <a:solidFill>
                  <a:srgbClr val="89A3A4"/>
                </a:solidFill>
                <a:latin typeface="Apple SD Gothic Neo"/>
                <a:ea typeface="Apple SD Gothic Neo"/>
                <a:cs typeface="Apple SD Gothic Neo"/>
              </a:defRPr>
            </a:pPr>
            <a:r>
              <a:rPr sz="1350" b="0">
                <a:solidFill>
                  <a:srgbClr val="89A3A4"/>
                </a:solidFill>
                <a:latin typeface="Apple SD Gothic Neo"/>
                <a:ea typeface="Apple SD Gothic Neo"/>
                <a:cs typeface="Apple SD Gothic Neo"/>
              </a:rPr>
              <a:t>PV5 지하안전 순찰차</a:t>
            </a:r>
          </a:p>
        </p:txBody>
      </p:sp>
    </p:spTree>
    <p:extLst>
      <p:ext uri="{BB962C8B-B14F-4D97-AF65-F5344CB8AC3E}">
        <p14:creationId xmlns:p14="http://schemas.microsoft.com/office/powerpoint/2010/main" val="1541018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968E4E77-632C-49AD-8EE1-613CC7CC54FD}"/>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A9F2CE"/>
                </a:solidFill>
                <a:latin typeface="Apple SD Gothic Neo"/>
                <a:ea typeface="Apple SD Gothic Neo"/>
                <a:cs typeface="Apple SD Gothic Neo"/>
              </a:defRPr>
            </a:defPPr>
          </a:lstStyle>
          <a:p>
            <a:pPr algn="l">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74ACE4D4-1765-4F41-B6E9-6959AD9A7C0E}"/>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FFFFFF"/>
                </a:solidFill>
                <a:latin typeface="Apple SD Gothic Neo"/>
                <a:ea typeface="Apple SD Gothic Neo"/>
                <a:cs typeface="Apple SD Gothic Neo"/>
              </a:defRPr>
            </a:defPPr>
          </a:lstStyle>
          <a:p>
            <a:pPr algn="r">
              <a:lnSpc>
                <a:spcPct val="105000"/>
              </a:lnSpc>
              <a:buNone/>
              <a:defRPr sz="1500" b="0">
                <a:solidFill>
                  <a:srgbClr val="FFFFFF"/>
                </a:solidFill>
                <a:latin typeface="Apple SD Gothic Neo"/>
                <a:ea typeface="Apple SD Gothic Neo"/>
                <a:cs typeface="Apple SD Gothic Neo"/>
              </a:defRPr>
            </a:pPr>
            <a:r>
              <a:rPr sz="1500" b="0">
                <a:solidFill>
                  <a:srgbClr val="FFFFFF"/>
                </a:solidFill>
                <a:latin typeface="Apple SD Gothic Neo"/>
                <a:ea typeface="Apple SD Gothic Neo"/>
                <a:cs typeface="Apple SD Gothic Neo"/>
              </a:rPr>
              <a:t>변화 감지</a:t>
            </a:r>
          </a:p>
        </p:txBody>
      </p:sp>
      <p:sp>
        <p:nvSpPr>
          <p:cNvPr id="3" name="직사각형 2">
            <a:extLst>
              <a:ext uri="{FF2B5EF4-FFF2-40B4-BE49-F238E27FC236}">
                <a16:creationId xmlns:a16="http://schemas.microsoft.com/office/drawing/2014/main" id="{5D8FDDFB-F98B-4EAA-BD92-F76086BA4FF8}"/>
              </a:ext>
            </a:extLst>
          </p:cNvPr>
          <p:cNvSpPr>
            <a:spLocks noGrp="1"/>
          </p:cNvSpPr>
          <p:nvPr/>
        </p:nvSpPr>
        <p:spPr>
          <a:xfrm>
            <a:off x="0" y="714375"/>
            <a:ext cx="15240000" cy="619125"/>
          </a:xfrm>
          <a:prstGeom prst="rect">
            <a:avLst/>
          </a:prstGeom>
          <a:solidFill>
            <a:srgbClr val="123541"/>
          </a:solidFill>
          <a:ln w="0">
            <a:noFill/>
          </a:ln>
        </p:spPr>
        <p:txBody>
          <a:bodyPr/>
          <a:lstStyle/>
          <a:p>
            <a:endParaRPr lang="ko-KR" altLang="en-US"/>
          </a:p>
        </p:txBody>
      </p:sp>
      <p:sp>
        <p:nvSpPr>
          <p:cNvPr id="4" name="직사각형 3">
            <a:extLst>
              <a:ext uri="{FF2B5EF4-FFF2-40B4-BE49-F238E27FC236}">
                <a16:creationId xmlns:a16="http://schemas.microsoft.com/office/drawing/2014/main" id="{1E6A0682-BBD0-4296-B7B3-D4686F15C8C6}"/>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품질을 확인한 뒤에 회차를 비교합니다</a:t>
            </a:r>
          </a:p>
        </p:txBody>
      </p:sp>
      <p:sp>
        <p:nvSpPr>
          <p:cNvPr id="5" name="직사각형 4">
            <a:extLst>
              <a:ext uri="{FF2B5EF4-FFF2-40B4-BE49-F238E27FC236}">
                <a16:creationId xmlns:a16="http://schemas.microsoft.com/office/drawing/2014/main" id="{350A0D73-AC96-453C-A633-31A2B8A60B5A}"/>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A9F2CE"/>
                </a:solidFill>
                <a:latin typeface="Apple SD Gothic Neo"/>
                <a:ea typeface="Apple SD Gothic Neo"/>
                <a:cs typeface="Apple SD Gothic Neo"/>
              </a:defRPr>
            </a:defPPr>
          </a:lstStyle>
          <a:p>
            <a:pPr algn="l">
              <a:lnSpc>
                <a:spcPct val="105000"/>
              </a:lnSpc>
              <a:buNone/>
              <a:defRPr sz="1650" b="1">
                <a:solidFill>
                  <a:srgbClr val="A9F2CE"/>
                </a:solidFill>
                <a:latin typeface="Apple SD Gothic Neo"/>
                <a:ea typeface="Apple SD Gothic Neo"/>
                <a:cs typeface="Apple SD Gothic Neo"/>
              </a:defRPr>
            </a:pPr>
            <a:r>
              <a:rPr sz="1650" b="1">
                <a:solidFill>
                  <a:srgbClr val="A9F2CE"/>
                </a:solidFill>
                <a:latin typeface="Apple SD Gothic Neo"/>
                <a:ea typeface="Apple SD Gothic Neo"/>
                <a:cs typeface="Apple SD Gothic Neo"/>
              </a:rPr>
              <a:t>IDEA 02</a:t>
            </a:r>
          </a:p>
        </p:txBody>
      </p:sp>
      <p:sp>
        <p:nvSpPr>
          <p:cNvPr id="6" name="직사각형 5">
            <a:extLst>
              <a:ext uri="{FF2B5EF4-FFF2-40B4-BE49-F238E27FC236}">
                <a16:creationId xmlns:a16="http://schemas.microsoft.com/office/drawing/2014/main" id="{E9FC167A-5C47-4801-A1A8-CEB3B7F06D1A}"/>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95AEAD"/>
                </a:solidFill>
                <a:latin typeface="Apple SD Gothic Neo"/>
                <a:ea typeface="Apple SD Gothic Neo"/>
                <a:cs typeface="Apple SD Gothic Neo"/>
              </a:defRPr>
            </a:defPPr>
          </a:lstStyle>
          <a:p>
            <a:pPr algn="l">
              <a:lnSpc>
                <a:spcPct val="105000"/>
              </a:lnSpc>
              <a:buNone/>
              <a:defRPr sz="1350" b="0">
                <a:solidFill>
                  <a:srgbClr val="95AEAD"/>
                </a:solidFill>
                <a:latin typeface="Apple SD Gothic Neo"/>
                <a:ea typeface="Apple SD Gothic Neo"/>
                <a:cs typeface="Apple SD Gothic Neo"/>
              </a:defRPr>
            </a:pPr>
            <a:r>
              <a:rPr sz="1350" b="0">
                <a:solidFill>
                  <a:srgbClr val="95AEAD"/>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3DD3CAFE-3F19-4012-B563-D25C53906A73}"/>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A9F2CE"/>
                </a:solidFill>
                <a:latin typeface="Apple SD Gothic Neo"/>
                <a:ea typeface="Apple SD Gothic Neo"/>
                <a:cs typeface="Apple SD Gothic Neo"/>
              </a:defRPr>
            </a:defPPr>
          </a:lstStyle>
          <a:p>
            <a:pPr algn="r">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13</a:t>
            </a:r>
          </a:p>
        </p:txBody>
      </p:sp>
      <p:sp>
        <p:nvSpPr>
          <p:cNvPr id="8" name="직사각형 7">
            <a:extLst>
              <a:ext uri="{FF2B5EF4-FFF2-40B4-BE49-F238E27FC236}">
                <a16:creationId xmlns:a16="http://schemas.microsoft.com/office/drawing/2014/main" id="{994848F6-9D78-492E-8148-75CB07217E71}"/>
              </a:ext>
            </a:extLst>
          </p:cNvPr>
          <p:cNvSpPr>
            <a:spLocks noGrp="1"/>
          </p:cNvSpPr>
          <p:nvPr/>
        </p:nvSpPr>
        <p:spPr>
          <a:xfrm>
            <a:off x="533400" y="2333625"/>
            <a:ext cx="6715125" cy="2581275"/>
          </a:xfrm>
          <a:prstGeom prst="rect">
            <a:avLst/>
          </a:prstGeom>
          <a:noFill/>
          <a:ln w="0">
            <a:noFill/>
          </a:ln>
        </p:spPr>
        <p:txBody>
          <a:bodyPr lIns="0" tIns="0" rIns="0" bIns="0">
            <a:noAutofit/>
          </a:bodyPr>
          <a:lstStyle>
            <a:defPPr algn="l">
              <a:defRPr sz="5025" b="1">
                <a:solidFill>
                  <a:srgbClr val="FFFFFF"/>
                </a:solidFill>
                <a:latin typeface="Apple SD Gothic Neo"/>
                <a:ea typeface="Apple SD Gothic Neo"/>
                <a:cs typeface="Apple SD Gothic Neo"/>
              </a:defRPr>
            </a:defPPr>
          </a:lstStyle>
          <a:p>
            <a:pPr algn="l">
              <a:lnSpc>
                <a:spcPct val="105000"/>
              </a:lnSpc>
              <a:buNone/>
              <a:defRPr sz="5025" b="1">
                <a:solidFill>
                  <a:srgbClr val="FFFFFF"/>
                </a:solidFill>
                <a:latin typeface="Apple SD Gothic Neo"/>
                <a:ea typeface="Apple SD Gothic Neo"/>
                <a:cs typeface="Apple SD Gothic Neo"/>
              </a:defRPr>
            </a:pPr>
            <a:r>
              <a:rPr sz="5025" b="1">
                <a:solidFill>
                  <a:srgbClr val="FFFFFF"/>
                </a:solidFill>
                <a:latin typeface="Apple SD Gothic Neo"/>
                <a:ea typeface="Apple SD Gothic Neo"/>
                <a:cs typeface="Apple SD Gothic Neo"/>
              </a:rPr>
              <a:t>환경 차이를</a:t>
            </a:r>
          </a:p>
          <a:p>
            <a:pPr algn="l">
              <a:lnSpc>
                <a:spcPct val="105000"/>
              </a:lnSpc>
              <a:buNone/>
              <a:defRPr sz="5025" b="1">
                <a:solidFill>
                  <a:srgbClr val="FFFFFF"/>
                </a:solidFill>
                <a:latin typeface="Apple SD Gothic Neo"/>
                <a:ea typeface="Apple SD Gothic Neo"/>
                <a:cs typeface="Apple SD Gothic Neo"/>
              </a:defRPr>
            </a:pPr>
            <a:r>
              <a:rPr sz="5025" b="1">
                <a:solidFill>
                  <a:srgbClr val="FFFFFF"/>
                </a:solidFill>
                <a:latin typeface="Apple SD Gothic Neo"/>
                <a:ea typeface="Apple SD Gothic Neo"/>
                <a:cs typeface="Apple SD Gothic Neo"/>
              </a:rPr>
              <a:t>위험 변화로</a:t>
            </a:r>
          </a:p>
          <a:p>
            <a:pPr algn="l">
              <a:lnSpc>
                <a:spcPct val="105000"/>
              </a:lnSpc>
              <a:buNone/>
              <a:defRPr sz="5025" b="1">
                <a:solidFill>
                  <a:srgbClr val="FFFFFF"/>
                </a:solidFill>
                <a:latin typeface="Apple SD Gothic Neo"/>
                <a:ea typeface="Apple SD Gothic Neo"/>
                <a:cs typeface="Apple SD Gothic Neo"/>
              </a:defRPr>
            </a:pPr>
            <a:r>
              <a:rPr sz="5025" b="1">
                <a:solidFill>
                  <a:srgbClr val="FFFFFF"/>
                </a:solidFill>
                <a:latin typeface="Apple SD Gothic Neo"/>
                <a:ea typeface="Apple SD Gothic Neo"/>
                <a:cs typeface="Apple SD Gothic Neo"/>
              </a:rPr>
              <a:t>오인하지 않도록</a:t>
            </a:r>
          </a:p>
        </p:txBody>
      </p:sp>
      <p:sp>
        <p:nvSpPr>
          <p:cNvPr id="9" name="직사각형 8">
            <a:extLst>
              <a:ext uri="{FF2B5EF4-FFF2-40B4-BE49-F238E27FC236}">
                <a16:creationId xmlns:a16="http://schemas.microsoft.com/office/drawing/2014/main" id="{3E9F3F09-BF0E-4AE8-AAA2-495DE04B6025}"/>
              </a:ext>
            </a:extLst>
          </p:cNvPr>
          <p:cNvSpPr>
            <a:spLocks noGrp="1"/>
          </p:cNvSpPr>
          <p:nvPr/>
        </p:nvSpPr>
        <p:spPr>
          <a:xfrm>
            <a:off x="571500" y="5743575"/>
            <a:ext cx="6191250" cy="1066800"/>
          </a:xfrm>
          <a:prstGeom prst="rect">
            <a:avLst/>
          </a:prstGeom>
          <a:noFill/>
          <a:ln w="0">
            <a:noFill/>
          </a:ln>
        </p:spPr>
        <p:txBody>
          <a:bodyPr lIns="0" tIns="0" rIns="0" bIns="0">
            <a:noAutofit/>
          </a:bodyPr>
          <a:lstStyle>
            <a:defPPr algn="l">
              <a:defRPr sz="2250" b="0">
                <a:solidFill>
                  <a:srgbClr val="AEC7C6"/>
                </a:solidFill>
                <a:latin typeface="Apple SD Gothic Neo"/>
                <a:ea typeface="Apple SD Gothic Neo"/>
                <a:cs typeface="Apple SD Gothic Neo"/>
              </a:defRPr>
            </a:defPPr>
          </a:lstStyle>
          <a:p>
            <a:pPr algn="l">
              <a:lnSpc>
                <a:spcPct val="105000"/>
              </a:lnSpc>
              <a:buNone/>
              <a:defRPr sz="2250" b="0">
                <a:solidFill>
                  <a:srgbClr val="AEC7C6"/>
                </a:solidFill>
                <a:latin typeface="Apple SD Gothic Neo"/>
                <a:ea typeface="Apple SD Gothic Neo"/>
                <a:cs typeface="Apple SD Gothic Neo"/>
              </a:defRPr>
            </a:pPr>
            <a:r>
              <a:rPr sz="2250" b="0">
                <a:solidFill>
                  <a:srgbClr val="AEC7C6"/>
                </a:solidFill>
                <a:latin typeface="Apple SD Gothic Neo"/>
                <a:ea typeface="Apple SD Gothic Neo"/>
                <a:cs typeface="Apple SD Gothic Neo"/>
              </a:rPr>
              <a:t>강우·수분·노면 보수·장비 설정도</a:t>
            </a:r>
          </a:p>
          <a:p>
            <a:pPr algn="l">
              <a:lnSpc>
                <a:spcPct val="105000"/>
              </a:lnSpc>
              <a:buNone/>
              <a:defRPr sz="2250" b="0">
                <a:solidFill>
                  <a:srgbClr val="AEC7C6"/>
                </a:solidFill>
                <a:latin typeface="Apple SD Gothic Neo"/>
                <a:ea typeface="Apple SD Gothic Neo"/>
                <a:cs typeface="Apple SD Gothic Neo"/>
              </a:defRPr>
            </a:pPr>
            <a:r>
              <a:rPr sz="2250" b="0">
                <a:solidFill>
                  <a:srgbClr val="AEC7C6"/>
                </a:solidFill>
                <a:latin typeface="Apple SD Gothic Neo"/>
                <a:ea typeface="Apple SD Gothic Neo"/>
                <a:cs typeface="Apple SD Gothic Neo"/>
              </a:rPr>
              <a:t>GPR 신호를 바꿀 수 있습니다</a:t>
            </a:r>
          </a:p>
        </p:txBody>
      </p:sp>
      <p:sp>
        <p:nvSpPr>
          <p:cNvPr id="10" name="직사각형 9">
            <a:extLst>
              <a:ext uri="{FF2B5EF4-FFF2-40B4-BE49-F238E27FC236}">
                <a16:creationId xmlns:a16="http://schemas.microsoft.com/office/drawing/2014/main" id="{B2694ACE-B738-480F-9962-49978F7FD803}"/>
              </a:ext>
            </a:extLst>
          </p:cNvPr>
          <p:cNvSpPr>
            <a:spLocks noGrp="1"/>
          </p:cNvSpPr>
          <p:nvPr/>
        </p:nvSpPr>
        <p:spPr>
          <a:xfrm>
            <a:off x="8143875" y="1981200"/>
            <a:ext cx="762000" cy="571500"/>
          </a:xfrm>
          <a:prstGeom prst="rect">
            <a:avLst/>
          </a:prstGeom>
          <a:noFill/>
          <a:ln w="0">
            <a:noFill/>
          </a:ln>
        </p:spPr>
        <p:txBody>
          <a:bodyPr lIns="0" tIns="0" rIns="0" bIns="0">
            <a:noAutofit/>
          </a:bodyPr>
          <a:lstStyle>
            <a:defPPr algn="l">
              <a:defRPr sz="3000" b="1">
                <a:solidFill>
                  <a:srgbClr val="A9F2CE"/>
                </a:solidFill>
                <a:latin typeface="Apple SD Gothic Neo"/>
                <a:ea typeface="Apple SD Gothic Neo"/>
                <a:cs typeface="Apple SD Gothic Neo"/>
              </a:defRPr>
            </a:defPPr>
          </a:lstStyle>
          <a:p>
            <a:pPr algn="l">
              <a:lnSpc>
                <a:spcPct val="105000"/>
              </a:lnSpc>
              <a:buNone/>
              <a:defRPr sz="3000" b="1">
                <a:solidFill>
                  <a:srgbClr val="A9F2CE"/>
                </a:solidFill>
                <a:latin typeface="Apple SD Gothic Neo"/>
                <a:ea typeface="Apple SD Gothic Neo"/>
                <a:cs typeface="Apple SD Gothic Neo"/>
              </a:defRPr>
            </a:pPr>
            <a:r>
              <a:rPr sz="3000" b="1">
                <a:solidFill>
                  <a:srgbClr val="A9F2CE"/>
                </a:solidFill>
                <a:latin typeface="Apple SD Gothic Neo"/>
                <a:ea typeface="Apple SD Gothic Neo"/>
                <a:cs typeface="Apple SD Gothic Neo"/>
              </a:rPr>
              <a:t>01</a:t>
            </a:r>
          </a:p>
        </p:txBody>
      </p:sp>
      <p:sp>
        <p:nvSpPr>
          <p:cNvPr id="11" name="직사각형 10">
            <a:extLst>
              <a:ext uri="{FF2B5EF4-FFF2-40B4-BE49-F238E27FC236}">
                <a16:creationId xmlns:a16="http://schemas.microsoft.com/office/drawing/2014/main" id="{A287C077-8444-4437-BED2-06B7CAF17E25}"/>
              </a:ext>
            </a:extLst>
          </p:cNvPr>
          <p:cNvSpPr>
            <a:spLocks noGrp="1"/>
          </p:cNvSpPr>
          <p:nvPr/>
        </p:nvSpPr>
        <p:spPr>
          <a:xfrm>
            <a:off x="9191625" y="1981200"/>
            <a:ext cx="5238750" cy="50482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수집 품질 검사</a:t>
            </a:r>
          </a:p>
        </p:txBody>
      </p:sp>
      <p:sp>
        <p:nvSpPr>
          <p:cNvPr id="12" name="직사각형 11">
            <a:extLst>
              <a:ext uri="{FF2B5EF4-FFF2-40B4-BE49-F238E27FC236}">
                <a16:creationId xmlns:a16="http://schemas.microsoft.com/office/drawing/2014/main" id="{8138A78D-1DEB-4B3B-AD9C-723EE9EF94CA}"/>
              </a:ext>
            </a:extLst>
          </p:cNvPr>
          <p:cNvSpPr>
            <a:spLocks noGrp="1"/>
          </p:cNvSpPr>
          <p:nvPr/>
        </p:nvSpPr>
        <p:spPr>
          <a:xfrm>
            <a:off x="9191625" y="2562225"/>
            <a:ext cx="5238750" cy="457200"/>
          </a:xfrm>
          <a:prstGeom prst="rect">
            <a:avLst/>
          </a:prstGeom>
          <a:noFill/>
          <a:ln w="0">
            <a:noFill/>
          </a:ln>
        </p:spPr>
        <p:txBody>
          <a:bodyPr lIns="0" tIns="0" rIns="0" bIns="0">
            <a:noAutofit/>
          </a:bodyPr>
          <a:lstStyle>
            <a:defPPr algn="l">
              <a:defRPr sz="1950" b="0">
                <a:solidFill>
                  <a:srgbClr val="AEC7C6"/>
                </a:solidFill>
                <a:latin typeface="Apple SD Gothic Neo"/>
                <a:ea typeface="Apple SD Gothic Neo"/>
                <a:cs typeface="Apple SD Gothic Neo"/>
              </a:defRPr>
            </a:defPPr>
          </a:lstStyle>
          <a:p>
            <a:pPr algn="l">
              <a:lnSpc>
                <a:spcPct val="105000"/>
              </a:lnSpc>
              <a:buNone/>
              <a:defRPr sz="1950" b="0">
                <a:solidFill>
                  <a:srgbClr val="AEC7C6"/>
                </a:solidFill>
                <a:latin typeface="Apple SD Gothic Neo"/>
                <a:ea typeface="Apple SD Gothic Neo"/>
                <a:cs typeface="Apple SD Gothic Neo"/>
              </a:defRPr>
            </a:pPr>
            <a:r>
              <a:rPr sz="1950" b="0">
                <a:solidFill>
                  <a:srgbClr val="AEC7C6"/>
                </a:solidFill>
                <a:latin typeface="Apple SD Gothic Neo"/>
                <a:ea typeface="Apple SD Gothic Neo"/>
                <a:cs typeface="Apple SD Gothic Neo"/>
              </a:rPr>
              <a:t>누락과 노이즈 확인</a:t>
            </a:r>
          </a:p>
        </p:txBody>
      </p:sp>
      <p:sp>
        <p:nvSpPr>
          <p:cNvPr id="13" name="직사각형 12">
            <a:extLst>
              <a:ext uri="{FF2B5EF4-FFF2-40B4-BE49-F238E27FC236}">
                <a16:creationId xmlns:a16="http://schemas.microsoft.com/office/drawing/2014/main" id="{DA971501-0C5B-4519-B318-B2969D1B9EE5}"/>
              </a:ext>
            </a:extLst>
          </p:cNvPr>
          <p:cNvSpPr>
            <a:spLocks noGrp="1"/>
          </p:cNvSpPr>
          <p:nvPr/>
        </p:nvSpPr>
        <p:spPr>
          <a:xfrm>
            <a:off x="8143875" y="3171825"/>
            <a:ext cx="6238875" cy="14288"/>
          </a:xfrm>
          <a:prstGeom prst="rect">
            <a:avLst/>
          </a:prstGeom>
          <a:solidFill>
            <a:srgbClr val="2C4C55"/>
          </a:solidFill>
          <a:ln w="0">
            <a:noFill/>
          </a:ln>
        </p:spPr>
        <p:txBody>
          <a:bodyPr/>
          <a:lstStyle/>
          <a:p>
            <a:endParaRPr lang="ko-KR" altLang="en-US"/>
          </a:p>
        </p:txBody>
      </p:sp>
      <p:sp>
        <p:nvSpPr>
          <p:cNvPr id="14" name="직사각형 13">
            <a:extLst>
              <a:ext uri="{FF2B5EF4-FFF2-40B4-BE49-F238E27FC236}">
                <a16:creationId xmlns:a16="http://schemas.microsoft.com/office/drawing/2014/main" id="{1618CCFD-51F2-4F07-A5E7-71A6A090FBE1}"/>
              </a:ext>
            </a:extLst>
          </p:cNvPr>
          <p:cNvSpPr>
            <a:spLocks noGrp="1"/>
          </p:cNvSpPr>
          <p:nvPr/>
        </p:nvSpPr>
        <p:spPr>
          <a:xfrm>
            <a:off x="8143875" y="3352800"/>
            <a:ext cx="762000" cy="571500"/>
          </a:xfrm>
          <a:prstGeom prst="rect">
            <a:avLst/>
          </a:prstGeom>
          <a:noFill/>
          <a:ln w="0">
            <a:noFill/>
          </a:ln>
        </p:spPr>
        <p:txBody>
          <a:bodyPr lIns="0" tIns="0" rIns="0" bIns="0">
            <a:noAutofit/>
          </a:bodyPr>
          <a:lstStyle>
            <a:defPPr algn="l">
              <a:defRPr sz="3000" b="1">
                <a:solidFill>
                  <a:srgbClr val="A9F2CE"/>
                </a:solidFill>
                <a:latin typeface="Apple SD Gothic Neo"/>
                <a:ea typeface="Apple SD Gothic Neo"/>
                <a:cs typeface="Apple SD Gothic Neo"/>
              </a:defRPr>
            </a:defPPr>
          </a:lstStyle>
          <a:p>
            <a:pPr algn="l">
              <a:lnSpc>
                <a:spcPct val="105000"/>
              </a:lnSpc>
              <a:buNone/>
              <a:defRPr sz="3000" b="1">
                <a:solidFill>
                  <a:srgbClr val="A9F2CE"/>
                </a:solidFill>
                <a:latin typeface="Apple SD Gothic Neo"/>
                <a:ea typeface="Apple SD Gothic Neo"/>
                <a:cs typeface="Apple SD Gothic Neo"/>
              </a:defRPr>
            </a:pPr>
            <a:r>
              <a:rPr sz="3000" b="1">
                <a:solidFill>
                  <a:srgbClr val="A9F2CE"/>
                </a:solidFill>
                <a:latin typeface="Apple SD Gothic Neo"/>
                <a:ea typeface="Apple SD Gothic Neo"/>
                <a:cs typeface="Apple SD Gothic Neo"/>
              </a:rPr>
              <a:t>02</a:t>
            </a:r>
          </a:p>
        </p:txBody>
      </p:sp>
      <p:sp>
        <p:nvSpPr>
          <p:cNvPr id="15" name="직사각형 14">
            <a:extLst>
              <a:ext uri="{FF2B5EF4-FFF2-40B4-BE49-F238E27FC236}">
                <a16:creationId xmlns:a16="http://schemas.microsoft.com/office/drawing/2014/main" id="{1E37CBBC-AA6C-4319-8AC1-632A956293A9}"/>
              </a:ext>
            </a:extLst>
          </p:cNvPr>
          <p:cNvSpPr>
            <a:spLocks noGrp="1"/>
          </p:cNvSpPr>
          <p:nvPr/>
        </p:nvSpPr>
        <p:spPr>
          <a:xfrm>
            <a:off x="9191625" y="3352800"/>
            <a:ext cx="5238750" cy="50482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회차별 정합</a:t>
            </a:r>
          </a:p>
        </p:txBody>
      </p:sp>
      <p:sp>
        <p:nvSpPr>
          <p:cNvPr id="16" name="직사각형 15">
            <a:extLst>
              <a:ext uri="{FF2B5EF4-FFF2-40B4-BE49-F238E27FC236}">
                <a16:creationId xmlns:a16="http://schemas.microsoft.com/office/drawing/2014/main" id="{D281DD6B-0015-40F9-BE36-7593FF5ED422}"/>
              </a:ext>
            </a:extLst>
          </p:cNvPr>
          <p:cNvSpPr>
            <a:spLocks noGrp="1"/>
          </p:cNvSpPr>
          <p:nvPr/>
        </p:nvSpPr>
        <p:spPr>
          <a:xfrm>
            <a:off x="9191625" y="3933825"/>
            <a:ext cx="5238750" cy="457200"/>
          </a:xfrm>
          <a:prstGeom prst="rect">
            <a:avLst/>
          </a:prstGeom>
          <a:noFill/>
          <a:ln w="0">
            <a:noFill/>
          </a:ln>
        </p:spPr>
        <p:txBody>
          <a:bodyPr lIns="0" tIns="0" rIns="0" bIns="0">
            <a:noAutofit/>
          </a:bodyPr>
          <a:lstStyle>
            <a:defPPr algn="l">
              <a:defRPr sz="1950" b="0">
                <a:solidFill>
                  <a:srgbClr val="AEC7C6"/>
                </a:solidFill>
                <a:latin typeface="Apple SD Gothic Neo"/>
                <a:ea typeface="Apple SD Gothic Neo"/>
                <a:cs typeface="Apple SD Gothic Neo"/>
              </a:defRPr>
            </a:defPPr>
          </a:lstStyle>
          <a:p>
            <a:pPr algn="l">
              <a:lnSpc>
                <a:spcPct val="105000"/>
              </a:lnSpc>
              <a:buNone/>
              <a:defRPr sz="1950" b="0">
                <a:solidFill>
                  <a:srgbClr val="AEC7C6"/>
                </a:solidFill>
                <a:latin typeface="Apple SD Gothic Neo"/>
                <a:ea typeface="Apple SD Gothic Neo"/>
                <a:cs typeface="Apple SD Gothic Neo"/>
              </a:defRPr>
            </a:pPr>
            <a:r>
              <a:rPr sz="1950" b="0">
                <a:solidFill>
                  <a:srgbClr val="AEC7C6"/>
                </a:solidFill>
                <a:latin typeface="Apple SD Gothic Neo"/>
                <a:ea typeface="Apple SD Gothic Neo"/>
                <a:cs typeface="Apple SD Gothic Neo"/>
              </a:rPr>
              <a:t>위치와 장비 설정 보정</a:t>
            </a:r>
          </a:p>
        </p:txBody>
      </p:sp>
      <p:sp>
        <p:nvSpPr>
          <p:cNvPr id="17" name="직사각형 16">
            <a:extLst>
              <a:ext uri="{FF2B5EF4-FFF2-40B4-BE49-F238E27FC236}">
                <a16:creationId xmlns:a16="http://schemas.microsoft.com/office/drawing/2014/main" id="{09469EB5-6010-4CE1-95A8-2274F6E0AA32}"/>
              </a:ext>
            </a:extLst>
          </p:cNvPr>
          <p:cNvSpPr>
            <a:spLocks noGrp="1"/>
          </p:cNvSpPr>
          <p:nvPr/>
        </p:nvSpPr>
        <p:spPr>
          <a:xfrm>
            <a:off x="8143875" y="4543425"/>
            <a:ext cx="6238875" cy="14288"/>
          </a:xfrm>
          <a:prstGeom prst="rect">
            <a:avLst/>
          </a:prstGeom>
          <a:solidFill>
            <a:srgbClr val="2C4C55"/>
          </a:solidFill>
          <a:ln w="0">
            <a:noFill/>
          </a:ln>
        </p:spPr>
        <p:txBody>
          <a:bodyPr/>
          <a:lstStyle/>
          <a:p>
            <a:endParaRPr lang="ko-KR" altLang="en-US"/>
          </a:p>
        </p:txBody>
      </p:sp>
      <p:sp>
        <p:nvSpPr>
          <p:cNvPr id="18" name="직사각형 17">
            <a:extLst>
              <a:ext uri="{FF2B5EF4-FFF2-40B4-BE49-F238E27FC236}">
                <a16:creationId xmlns:a16="http://schemas.microsoft.com/office/drawing/2014/main" id="{BEF45D28-7627-4648-83CD-3CD156BA1625}"/>
              </a:ext>
            </a:extLst>
          </p:cNvPr>
          <p:cNvSpPr>
            <a:spLocks noGrp="1"/>
          </p:cNvSpPr>
          <p:nvPr/>
        </p:nvSpPr>
        <p:spPr>
          <a:xfrm>
            <a:off x="8143875" y="4724400"/>
            <a:ext cx="762000" cy="571500"/>
          </a:xfrm>
          <a:prstGeom prst="rect">
            <a:avLst/>
          </a:prstGeom>
          <a:noFill/>
          <a:ln w="0">
            <a:noFill/>
          </a:ln>
        </p:spPr>
        <p:txBody>
          <a:bodyPr lIns="0" tIns="0" rIns="0" bIns="0">
            <a:noAutofit/>
          </a:bodyPr>
          <a:lstStyle>
            <a:defPPr algn="l">
              <a:defRPr sz="3000" b="1">
                <a:solidFill>
                  <a:srgbClr val="A9F2CE"/>
                </a:solidFill>
                <a:latin typeface="Apple SD Gothic Neo"/>
                <a:ea typeface="Apple SD Gothic Neo"/>
                <a:cs typeface="Apple SD Gothic Neo"/>
              </a:defRPr>
            </a:defPPr>
          </a:lstStyle>
          <a:p>
            <a:pPr algn="l">
              <a:lnSpc>
                <a:spcPct val="105000"/>
              </a:lnSpc>
              <a:buNone/>
              <a:defRPr sz="3000" b="1">
                <a:solidFill>
                  <a:srgbClr val="A9F2CE"/>
                </a:solidFill>
                <a:latin typeface="Apple SD Gothic Neo"/>
                <a:ea typeface="Apple SD Gothic Neo"/>
                <a:cs typeface="Apple SD Gothic Neo"/>
              </a:defRPr>
            </a:pPr>
            <a:r>
              <a:rPr sz="3000" b="1">
                <a:solidFill>
                  <a:srgbClr val="A9F2CE"/>
                </a:solidFill>
                <a:latin typeface="Apple SD Gothic Neo"/>
                <a:ea typeface="Apple SD Gothic Neo"/>
                <a:cs typeface="Apple SD Gothic Neo"/>
              </a:rPr>
              <a:t>03</a:t>
            </a:r>
          </a:p>
        </p:txBody>
      </p:sp>
      <p:sp>
        <p:nvSpPr>
          <p:cNvPr id="19" name="직사각형 18">
            <a:extLst>
              <a:ext uri="{FF2B5EF4-FFF2-40B4-BE49-F238E27FC236}">
                <a16:creationId xmlns:a16="http://schemas.microsoft.com/office/drawing/2014/main" id="{D12A1E58-36CA-4BFD-81CC-306AC1A3DFB5}"/>
              </a:ext>
            </a:extLst>
          </p:cNvPr>
          <p:cNvSpPr>
            <a:spLocks noGrp="1"/>
          </p:cNvSpPr>
          <p:nvPr/>
        </p:nvSpPr>
        <p:spPr>
          <a:xfrm>
            <a:off x="9191625" y="4724400"/>
            <a:ext cx="5238750" cy="50482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변화 후보 추출</a:t>
            </a:r>
          </a:p>
        </p:txBody>
      </p:sp>
      <p:sp>
        <p:nvSpPr>
          <p:cNvPr id="20" name="직사각형 19">
            <a:extLst>
              <a:ext uri="{FF2B5EF4-FFF2-40B4-BE49-F238E27FC236}">
                <a16:creationId xmlns:a16="http://schemas.microsoft.com/office/drawing/2014/main" id="{285937B1-A7EA-4FBE-81A8-0E47B3B2332A}"/>
              </a:ext>
            </a:extLst>
          </p:cNvPr>
          <p:cNvSpPr>
            <a:spLocks noGrp="1"/>
          </p:cNvSpPr>
          <p:nvPr/>
        </p:nvSpPr>
        <p:spPr>
          <a:xfrm>
            <a:off x="9191625" y="5305425"/>
            <a:ext cx="5238750" cy="457200"/>
          </a:xfrm>
          <a:prstGeom prst="rect">
            <a:avLst/>
          </a:prstGeom>
          <a:noFill/>
          <a:ln w="0">
            <a:noFill/>
          </a:ln>
        </p:spPr>
        <p:txBody>
          <a:bodyPr lIns="0" tIns="0" rIns="0" bIns="0">
            <a:noAutofit/>
          </a:bodyPr>
          <a:lstStyle>
            <a:defPPr algn="l">
              <a:defRPr sz="1950" b="0">
                <a:solidFill>
                  <a:srgbClr val="AEC7C6"/>
                </a:solidFill>
                <a:latin typeface="Apple SD Gothic Neo"/>
                <a:ea typeface="Apple SD Gothic Neo"/>
                <a:cs typeface="Apple SD Gothic Neo"/>
              </a:defRPr>
            </a:defPPr>
          </a:lstStyle>
          <a:p>
            <a:pPr algn="l">
              <a:lnSpc>
                <a:spcPct val="105000"/>
              </a:lnSpc>
              <a:buNone/>
              <a:defRPr sz="1950" b="0">
                <a:solidFill>
                  <a:srgbClr val="AEC7C6"/>
                </a:solidFill>
                <a:latin typeface="Apple SD Gothic Neo"/>
                <a:ea typeface="Apple SD Gothic Neo"/>
                <a:cs typeface="Apple SD Gothic Neo"/>
              </a:defRPr>
            </a:pPr>
            <a:r>
              <a:rPr sz="1950" b="0">
                <a:solidFill>
                  <a:srgbClr val="AEC7C6"/>
                </a:solidFill>
                <a:latin typeface="Apple SD Gothic Neo"/>
                <a:ea typeface="Apple SD Gothic Neo"/>
                <a:cs typeface="Apple SD Gothic Neo"/>
              </a:rPr>
              <a:t>GPR와 지상 영상 비교</a:t>
            </a:r>
          </a:p>
        </p:txBody>
      </p:sp>
      <p:sp>
        <p:nvSpPr>
          <p:cNvPr id="21" name="직사각형 20">
            <a:extLst>
              <a:ext uri="{FF2B5EF4-FFF2-40B4-BE49-F238E27FC236}">
                <a16:creationId xmlns:a16="http://schemas.microsoft.com/office/drawing/2014/main" id="{D72FDBDB-F3FB-4FF3-B1FC-2BE4D95BC393}"/>
              </a:ext>
            </a:extLst>
          </p:cNvPr>
          <p:cNvSpPr>
            <a:spLocks noGrp="1"/>
          </p:cNvSpPr>
          <p:nvPr/>
        </p:nvSpPr>
        <p:spPr>
          <a:xfrm>
            <a:off x="8143875" y="5915025"/>
            <a:ext cx="6238875" cy="14288"/>
          </a:xfrm>
          <a:prstGeom prst="rect">
            <a:avLst/>
          </a:prstGeom>
          <a:solidFill>
            <a:srgbClr val="2C4C55"/>
          </a:solidFill>
          <a:ln w="0">
            <a:noFill/>
          </a:ln>
        </p:spPr>
        <p:txBody>
          <a:bodyPr/>
          <a:lstStyle/>
          <a:p>
            <a:endParaRPr lang="ko-KR" altLang="en-US"/>
          </a:p>
        </p:txBody>
      </p:sp>
      <p:sp>
        <p:nvSpPr>
          <p:cNvPr id="22" name="직사각형 21">
            <a:extLst>
              <a:ext uri="{FF2B5EF4-FFF2-40B4-BE49-F238E27FC236}">
                <a16:creationId xmlns:a16="http://schemas.microsoft.com/office/drawing/2014/main" id="{EA233E69-A340-499F-9623-93061AD406E9}"/>
              </a:ext>
            </a:extLst>
          </p:cNvPr>
          <p:cNvSpPr>
            <a:spLocks noGrp="1"/>
          </p:cNvSpPr>
          <p:nvPr/>
        </p:nvSpPr>
        <p:spPr>
          <a:xfrm>
            <a:off x="8143875" y="6096000"/>
            <a:ext cx="762000" cy="571500"/>
          </a:xfrm>
          <a:prstGeom prst="rect">
            <a:avLst/>
          </a:prstGeom>
          <a:noFill/>
          <a:ln w="0">
            <a:noFill/>
          </a:ln>
        </p:spPr>
        <p:txBody>
          <a:bodyPr lIns="0" tIns="0" rIns="0" bIns="0">
            <a:noAutofit/>
          </a:bodyPr>
          <a:lstStyle>
            <a:defPPr algn="l">
              <a:defRPr sz="3000" b="1">
                <a:solidFill>
                  <a:srgbClr val="A9F2CE"/>
                </a:solidFill>
                <a:latin typeface="Apple SD Gothic Neo"/>
                <a:ea typeface="Apple SD Gothic Neo"/>
                <a:cs typeface="Apple SD Gothic Neo"/>
              </a:defRPr>
            </a:defPPr>
          </a:lstStyle>
          <a:p>
            <a:pPr algn="l">
              <a:lnSpc>
                <a:spcPct val="105000"/>
              </a:lnSpc>
              <a:buNone/>
              <a:defRPr sz="3000" b="1">
                <a:solidFill>
                  <a:srgbClr val="A9F2CE"/>
                </a:solidFill>
                <a:latin typeface="Apple SD Gothic Neo"/>
                <a:ea typeface="Apple SD Gothic Neo"/>
                <a:cs typeface="Apple SD Gothic Neo"/>
              </a:defRPr>
            </a:pPr>
            <a:r>
              <a:rPr sz="3000" b="1">
                <a:solidFill>
                  <a:srgbClr val="A9F2CE"/>
                </a:solidFill>
                <a:latin typeface="Apple SD Gothic Neo"/>
                <a:ea typeface="Apple SD Gothic Neo"/>
                <a:cs typeface="Apple SD Gothic Neo"/>
              </a:rPr>
              <a:t>04</a:t>
            </a:r>
          </a:p>
        </p:txBody>
      </p:sp>
      <p:sp>
        <p:nvSpPr>
          <p:cNvPr id="23" name="직사각형 22">
            <a:extLst>
              <a:ext uri="{FF2B5EF4-FFF2-40B4-BE49-F238E27FC236}">
                <a16:creationId xmlns:a16="http://schemas.microsoft.com/office/drawing/2014/main" id="{05738AA7-5041-4C9F-BF3B-321E20CAB341}"/>
              </a:ext>
            </a:extLst>
          </p:cNvPr>
          <p:cNvSpPr>
            <a:spLocks noGrp="1"/>
          </p:cNvSpPr>
          <p:nvPr/>
        </p:nvSpPr>
        <p:spPr>
          <a:xfrm>
            <a:off x="9191625" y="6096000"/>
            <a:ext cx="5238750" cy="50482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전문가 검토</a:t>
            </a:r>
          </a:p>
        </p:txBody>
      </p:sp>
      <p:sp>
        <p:nvSpPr>
          <p:cNvPr id="24" name="직사각형 23">
            <a:extLst>
              <a:ext uri="{FF2B5EF4-FFF2-40B4-BE49-F238E27FC236}">
                <a16:creationId xmlns:a16="http://schemas.microsoft.com/office/drawing/2014/main" id="{A2B76EA4-3745-4D35-84B5-BBE30E9D2ACA}"/>
              </a:ext>
            </a:extLst>
          </p:cNvPr>
          <p:cNvSpPr>
            <a:spLocks noGrp="1"/>
          </p:cNvSpPr>
          <p:nvPr/>
        </p:nvSpPr>
        <p:spPr>
          <a:xfrm>
            <a:off x="9191625" y="6677025"/>
            <a:ext cx="5238750" cy="457200"/>
          </a:xfrm>
          <a:prstGeom prst="rect">
            <a:avLst/>
          </a:prstGeom>
          <a:noFill/>
          <a:ln w="0">
            <a:noFill/>
          </a:ln>
        </p:spPr>
        <p:txBody>
          <a:bodyPr lIns="0" tIns="0" rIns="0" bIns="0">
            <a:noAutofit/>
          </a:bodyPr>
          <a:lstStyle>
            <a:defPPr algn="l">
              <a:defRPr sz="1950" b="0">
                <a:solidFill>
                  <a:srgbClr val="AEC7C6"/>
                </a:solidFill>
                <a:latin typeface="Apple SD Gothic Neo"/>
                <a:ea typeface="Apple SD Gothic Neo"/>
                <a:cs typeface="Apple SD Gothic Neo"/>
              </a:defRPr>
            </a:defPPr>
          </a:lstStyle>
          <a:p>
            <a:pPr algn="l">
              <a:lnSpc>
                <a:spcPct val="105000"/>
              </a:lnSpc>
              <a:buNone/>
              <a:defRPr sz="1950" b="0">
                <a:solidFill>
                  <a:srgbClr val="AEC7C6"/>
                </a:solidFill>
                <a:latin typeface="Apple SD Gothic Neo"/>
                <a:ea typeface="Apple SD Gothic Neo"/>
                <a:cs typeface="Apple SD Gothic Neo"/>
              </a:defRPr>
            </a:pPr>
            <a:r>
              <a:rPr sz="1950" b="0">
                <a:solidFill>
                  <a:srgbClr val="AEC7C6"/>
                </a:solidFill>
                <a:latin typeface="Apple SD Gothic Neo"/>
                <a:ea typeface="Apple SD Gothic Neo"/>
                <a:cs typeface="Apple SD Gothic Neo"/>
              </a:rPr>
              <a:t>재확인 작업 생성</a:t>
            </a:r>
          </a:p>
        </p:txBody>
      </p:sp>
      <p:sp>
        <p:nvSpPr>
          <p:cNvPr id="25" name="직사각형 24">
            <a:extLst>
              <a:ext uri="{FF2B5EF4-FFF2-40B4-BE49-F238E27FC236}">
                <a16:creationId xmlns:a16="http://schemas.microsoft.com/office/drawing/2014/main" id="{DC9D3C59-04E2-4643-9BC4-2937D3368A37}"/>
              </a:ext>
            </a:extLst>
          </p:cNvPr>
          <p:cNvSpPr>
            <a:spLocks noGrp="1"/>
          </p:cNvSpPr>
          <p:nvPr/>
        </p:nvSpPr>
        <p:spPr>
          <a:xfrm>
            <a:off x="533400" y="7677150"/>
            <a:ext cx="14001750" cy="381000"/>
          </a:xfrm>
          <a:prstGeom prst="rect">
            <a:avLst/>
          </a:prstGeom>
          <a:noFill/>
          <a:ln w="0">
            <a:noFill/>
          </a:ln>
        </p:spPr>
        <p:txBody>
          <a:bodyPr lIns="0" tIns="0" rIns="0" bIns="0">
            <a:noAutofit/>
          </a:bodyPr>
          <a:lstStyle>
            <a:defPPr algn="l">
              <a:defRPr sz="1650" b="0">
                <a:solidFill>
                  <a:srgbClr val="A9F2CE"/>
                </a:solidFill>
                <a:latin typeface="Apple SD Gothic Neo"/>
                <a:ea typeface="Apple SD Gothic Neo"/>
                <a:cs typeface="Apple SD Gothic Neo"/>
              </a:defRPr>
            </a:defPPr>
          </a:lstStyle>
          <a:p>
            <a:pPr algn="l">
              <a:lnSpc>
                <a:spcPct val="105000"/>
              </a:lnSpc>
              <a:buNone/>
              <a:defRPr sz="1650" b="0">
                <a:solidFill>
                  <a:srgbClr val="A9F2CE"/>
                </a:solidFill>
                <a:latin typeface="Apple SD Gothic Neo"/>
                <a:ea typeface="Apple SD Gothic Neo"/>
                <a:cs typeface="Apple SD Gothic Neo"/>
              </a:defRPr>
            </a:pPr>
            <a:r>
              <a:rPr sz="1650" b="0">
                <a:solidFill>
                  <a:srgbClr val="A9F2CE"/>
                </a:solidFill>
                <a:latin typeface="Apple SD Gothic Neo"/>
                <a:ea typeface="Apple SD Gothic Neo"/>
                <a:cs typeface="Apple SD Gothic Neo"/>
              </a:rPr>
              <a:t>[가설] 신규·확대 의심 신호를 추출 · 정합 신뢰도가 낮으면 비교 불가로 표시</a:t>
            </a:r>
          </a:p>
        </p:txBody>
      </p:sp>
    </p:spTree>
    <p:extLst>
      <p:ext uri="{BB962C8B-B14F-4D97-AF65-F5344CB8AC3E}">
        <p14:creationId xmlns:p14="http://schemas.microsoft.com/office/powerpoint/2010/main" val="17209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81D2938C-F3CD-4101-AA23-70F995CF5515}"/>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A9F2CE"/>
                </a:solidFill>
                <a:latin typeface="Apple SD Gothic Neo"/>
                <a:ea typeface="Apple SD Gothic Neo"/>
                <a:cs typeface="Apple SD Gothic Neo"/>
              </a:defRPr>
            </a:defPPr>
          </a:lstStyle>
          <a:p>
            <a:pPr algn="l">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663187AA-1971-47F1-B181-45A6EEBB861D}"/>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FFFFFF"/>
                </a:solidFill>
                <a:latin typeface="Apple SD Gothic Neo"/>
                <a:ea typeface="Apple SD Gothic Neo"/>
                <a:cs typeface="Apple SD Gothic Neo"/>
              </a:defRPr>
            </a:defPPr>
          </a:lstStyle>
          <a:p>
            <a:pPr algn="r">
              <a:lnSpc>
                <a:spcPct val="105000"/>
              </a:lnSpc>
              <a:buNone/>
              <a:defRPr sz="1500" b="0">
                <a:solidFill>
                  <a:srgbClr val="FFFFFF"/>
                </a:solidFill>
                <a:latin typeface="Apple SD Gothic Neo"/>
                <a:ea typeface="Apple SD Gothic Neo"/>
                <a:cs typeface="Apple SD Gothic Neo"/>
              </a:defRPr>
            </a:pPr>
            <a:r>
              <a:rPr sz="1500" b="0">
                <a:solidFill>
                  <a:srgbClr val="FFFFFF"/>
                </a:solidFill>
                <a:latin typeface="Apple SD Gothic Neo"/>
                <a:ea typeface="Apple SD Gothic Neo"/>
                <a:cs typeface="Apple SD Gothic Neo"/>
              </a:rPr>
              <a:t>회차 비교 예시</a:t>
            </a:r>
          </a:p>
        </p:txBody>
      </p:sp>
      <p:sp>
        <p:nvSpPr>
          <p:cNvPr id="3" name="직사각형 2">
            <a:extLst>
              <a:ext uri="{FF2B5EF4-FFF2-40B4-BE49-F238E27FC236}">
                <a16:creationId xmlns:a16="http://schemas.microsoft.com/office/drawing/2014/main" id="{BF948949-776B-4C4A-B8B2-C18C927A4E14}"/>
              </a:ext>
            </a:extLst>
          </p:cNvPr>
          <p:cNvSpPr>
            <a:spLocks noGrp="1"/>
          </p:cNvSpPr>
          <p:nvPr/>
        </p:nvSpPr>
        <p:spPr>
          <a:xfrm>
            <a:off x="0" y="714375"/>
            <a:ext cx="15240000" cy="619125"/>
          </a:xfrm>
          <a:prstGeom prst="rect">
            <a:avLst/>
          </a:prstGeom>
          <a:solidFill>
            <a:srgbClr val="123541"/>
          </a:solidFill>
          <a:ln w="0">
            <a:noFill/>
          </a:ln>
        </p:spPr>
        <p:txBody>
          <a:bodyPr/>
          <a:lstStyle/>
          <a:p>
            <a:endParaRPr lang="ko-KR" altLang="en-US"/>
          </a:p>
        </p:txBody>
      </p:sp>
      <p:sp>
        <p:nvSpPr>
          <p:cNvPr id="4" name="직사각형 3">
            <a:extLst>
              <a:ext uri="{FF2B5EF4-FFF2-40B4-BE49-F238E27FC236}">
                <a16:creationId xmlns:a16="http://schemas.microsoft.com/office/drawing/2014/main" id="{84AAA3BB-324B-479A-8707-8443CC41869A}"/>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같은 위치의 신호를 날짜별로 비교합니다</a:t>
            </a:r>
          </a:p>
        </p:txBody>
      </p:sp>
      <p:sp>
        <p:nvSpPr>
          <p:cNvPr id="5" name="직사각형 4">
            <a:extLst>
              <a:ext uri="{FF2B5EF4-FFF2-40B4-BE49-F238E27FC236}">
                <a16:creationId xmlns:a16="http://schemas.microsoft.com/office/drawing/2014/main" id="{08C48175-07A3-4D7D-B84E-4418DC4C7AAA}"/>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A9F2CE"/>
                </a:solidFill>
                <a:latin typeface="Apple SD Gothic Neo"/>
                <a:ea typeface="Apple SD Gothic Neo"/>
                <a:cs typeface="Apple SD Gothic Neo"/>
              </a:defRPr>
            </a:defPPr>
          </a:lstStyle>
          <a:p>
            <a:pPr algn="l">
              <a:lnSpc>
                <a:spcPct val="105000"/>
              </a:lnSpc>
              <a:buNone/>
              <a:defRPr sz="1650" b="1">
                <a:solidFill>
                  <a:srgbClr val="A9F2CE"/>
                </a:solidFill>
                <a:latin typeface="Apple SD Gothic Neo"/>
                <a:ea typeface="Apple SD Gothic Neo"/>
                <a:cs typeface="Apple SD Gothic Neo"/>
              </a:defRPr>
            </a:pPr>
            <a:r>
              <a:rPr sz="1650" b="1">
                <a:solidFill>
                  <a:srgbClr val="A9F2CE"/>
                </a:solidFill>
                <a:latin typeface="Apple SD Gothic Neo"/>
                <a:ea typeface="Apple SD Gothic Neo"/>
                <a:cs typeface="Apple SD Gothic Neo"/>
              </a:rPr>
              <a:t>IDEA 02</a:t>
            </a:r>
          </a:p>
        </p:txBody>
      </p:sp>
      <p:sp>
        <p:nvSpPr>
          <p:cNvPr id="6" name="직사각형 5">
            <a:extLst>
              <a:ext uri="{FF2B5EF4-FFF2-40B4-BE49-F238E27FC236}">
                <a16:creationId xmlns:a16="http://schemas.microsoft.com/office/drawing/2014/main" id="{8EA33F8C-8CC5-4B64-8A68-4FA9A4088814}"/>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95AEAD"/>
                </a:solidFill>
                <a:latin typeface="Apple SD Gothic Neo"/>
                <a:ea typeface="Apple SD Gothic Neo"/>
                <a:cs typeface="Apple SD Gothic Neo"/>
              </a:defRPr>
            </a:defPPr>
          </a:lstStyle>
          <a:p>
            <a:pPr algn="l">
              <a:lnSpc>
                <a:spcPct val="105000"/>
              </a:lnSpc>
              <a:buNone/>
              <a:defRPr sz="1350" b="0">
                <a:solidFill>
                  <a:srgbClr val="95AEAD"/>
                </a:solidFill>
                <a:latin typeface="Apple SD Gothic Neo"/>
                <a:ea typeface="Apple SD Gothic Neo"/>
                <a:cs typeface="Apple SD Gothic Neo"/>
              </a:defRPr>
            </a:pPr>
            <a:r>
              <a:rPr sz="1350" b="0">
                <a:solidFill>
                  <a:srgbClr val="95AEAD"/>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20135A7E-2448-4A65-80B2-5EFAE442AFEE}"/>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A9F2CE"/>
                </a:solidFill>
                <a:latin typeface="Apple SD Gothic Neo"/>
                <a:ea typeface="Apple SD Gothic Neo"/>
                <a:cs typeface="Apple SD Gothic Neo"/>
              </a:defRPr>
            </a:defPPr>
          </a:lstStyle>
          <a:p>
            <a:pPr algn="r">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14</a:t>
            </a:r>
          </a:p>
        </p:txBody>
      </p:sp>
      <p:pic>
        <p:nvPicPr>
          <p:cNvPr id="8" name="그림 7">
            <a:extLst>
              <a:ext uri="{FF2B5EF4-FFF2-40B4-BE49-F238E27FC236}">
                <a16:creationId xmlns:a16="http://schemas.microsoft.com/office/drawing/2014/main" id="{61C88481-1DCB-4593-9F69-F6E42B464179}"/>
              </a:ext>
            </a:extLst>
          </p:cNvPr>
          <p:cNvPicPr>
            <a:picLocks noChangeAspect="1"/>
          </p:cNvPicPr>
          <p:nvPr/>
        </p:nvPicPr>
        <p:blipFill>
          <a:blip r:embed="rId3"/>
          <a:srcRect t="8192" b="8192"/>
          <a:stretch>
            <a:fillRect/>
          </a:stretch>
        </p:blipFill>
        <p:spPr>
          <a:xfrm>
            <a:off x="476250" y="2076450"/>
            <a:ext cx="9715500" cy="4572000"/>
          </a:xfrm>
          <a:prstGeom prst="rect">
            <a:avLst/>
          </a:prstGeom>
        </p:spPr>
      </p:pic>
      <p:sp>
        <p:nvSpPr>
          <p:cNvPr id="9" name="직사각형 8">
            <a:extLst>
              <a:ext uri="{FF2B5EF4-FFF2-40B4-BE49-F238E27FC236}">
                <a16:creationId xmlns:a16="http://schemas.microsoft.com/office/drawing/2014/main" id="{FC0DB65E-FCF9-43CE-A483-63B5EDB769ED}"/>
              </a:ext>
            </a:extLst>
          </p:cNvPr>
          <p:cNvSpPr>
            <a:spLocks noGrp="1"/>
          </p:cNvSpPr>
          <p:nvPr/>
        </p:nvSpPr>
        <p:spPr>
          <a:xfrm>
            <a:off x="10477500" y="2419350"/>
            <a:ext cx="4191000" cy="52387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기준 관측</a:t>
            </a:r>
          </a:p>
        </p:txBody>
      </p:sp>
      <p:sp>
        <p:nvSpPr>
          <p:cNvPr id="10" name="직사각형 9">
            <a:extLst>
              <a:ext uri="{FF2B5EF4-FFF2-40B4-BE49-F238E27FC236}">
                <a16:creationId xmlns:a16="http://schemas.microsoft.com/office/drawing/2014/main" id="{22031008-D36F-4FF6-8A95-9A8DAF72C8FE}"/>
              </a:ext>
            </a:extLst>
          </p:cNvPr>
          <p:cNvSpPr>
            <a:spLocks noGrp="1"/>
          </p:cNvSpPr>
          <p:nvPr/>
        </p:nvSpPr>
        <p:spPr>
          <a:xfrm>
            <a:off x="10477500" y="3067050"/>
            <a:ext cx="4191000" cy="428625"/>
          </a:xfrm>
          <a:prstGeom prst="rect">
            <a:avLst/>
          </a:prstGeom>
          <a:noFill/>
          <a:ln w="0">
            <a:noFill/>
          </a:ln>
        </p:spPr>
        <p:txBody>
          <a:bodyPr lIns="0" tIns="0" rIns="0" bIns="0">
            <a:noAutofit/>
          </a:bodyPr>
          <a:lstStyle>
            <a:defPPr algn="l">
              <a:defRPr sz="2025" b="0">
                <a:solidFill>
                  <a:srgbClr val="AEC7C6"/>
                </a:solidFill>
                <a:latin typeface="Apple SD Gothic Neo"/>
                <a:ea typeface="Apple SD Gothic Neo"/>
                <a:cs typeface="Apple SD Gothic Neo"/>
              </a:defRPr>
            </a:defPPr>
          </a:lstStyle>
          <a:p>
            <a:pPr algn="l">
              <a:lnSpc>
                <a:spcPct val="105000"/>
              </a:lnSpc>
              <a:buNone/>
              <a:defRPr sz="2025" b="0">
                <a:solidFill>
                  <a:srgbClr val="AEC7C6"/>
                </a:solidFill>
                <a:latin typeface="Apple SD Gothic Neo"/>
                <a:ea typeface="Apple SD Gothic Neo"/>
                <a:cs typeface="Apple SD Gothic Neo"/>
              </a:defRPr>
            </a:pPr>
            <a:r>
              <a:rPr sz="2025" b="0">
                <a:solidFill>
                  <a:srgbClr val="AEC7C6"/>
                </a:solidFill>
                <a:latin typeface="Apple SD Gothic Neo"/>
                <a:ea typeface="Apple SD Gothic Neo"/>
                <a:cs typeface="Apple SD Gothic Neo"/>
              </a:rPr>
              <a:t>장비와 환경 기록</a:t>
            </a:r>
          </a:p>
        </p:txBody>
      </p:sp>
      <p:sp>
        <p:nvSpPr>
          <p:cNvPr id="11" name="직사각형 10">
            <a:extLst>
              <a:ext uri="{FF2B5EF4-FFF2-40B4-BE49-F238E27FC236}">
                <a16:creationId xmlns:a16="http://schemas.microsoft.com/office/drawing/2014/main" id="{32135B26-A32B-4302-AE0A-643E0E7B1B89}"/>
              </a:ext>
            </a:extLst>
          </p:cNvPr>
          <p:cNvSpPr>
            <a:spLocks noGrp="1"/>
          </p:cNvSpPr>
          <p:nvPr/>
        </p:nvSpPr>
        <p:spPr>
          <a:xfrm>
            <a:off x="10477500" y="4105275"/>
            <a:ext cx="4191000" cy="523875"/>
          </a:xfrm>
          <a:prstGeom prst="rect">
            <a:avLst/>
          </a:prstGeom>
          <a:noFill/>
          <a:ln w="0">
            <a:noFill/>
          </a:ln>
        </p:spPr>
        <p:txBody>
          <a:bodyPr lIns="0" tIns="0" rIns="0" bIns="0">
            <a:noAutofit/>
          </a:bodyPr>
          <a:lstStyle>
            <a:defPPr algn="l">
              <a:defRPr sz="2550" b="1">
                <a:solidFill>
                  <a:srgbClr val="A9F2CE"/>
                </a:solidFill>
                <a:latin typeface="Apple SD Gothic Neo"/>
                <a:ea typeface="Apple SD Gothic Neo"/>
                <a:cs typeface="Apple SD Gothic Neo"/>
              </a:defRPr>
            </a:defPPr>
          </a:lstStyle>
          <a:p>
            <a:pPr algn="l">
              <a:lnSpc>
                <a:spcPct val="105000"/>
              </a:lnSpc>
              <a:buNone/>
              <a:defRPr sz="2550" b="1">
                <a:solidFill>
                  <a:srgbClr val="A9F2CE"/>
                </a:solidFill>
                <a:latin typeface="Apple SD Gothic Neo"/>
                <a:ea typeface="Apple SD Gothic Neo"/>
                <a:cs typeface="Apple SD Gothic Neo"/>
              </a:defRPr>
            </a:pPr>
            <a:r>
              <a:rPr sz="2550" b="1">
                <a:solidFill>
                  <a:srgbClr val="A9F2CE"/>
                </a:solidFill>
                <a:latin typeface="Apple SD Gothic Neo"/>
                <a:ea typeface="Apple SD Gothic Neo"/>
                <a:cs typeface="Apple SD Gothic Neo"/>
              </a:rPr>
              <a:t>변화 후보</a:t>
            </a:r>
          </a:p>
        </p:txBody>
      </p:sp>
      <p:sp>
        <p:nvSpPr>
          <p:cNvPr id="12" name="직사각형 11">
            <a:extLst>
              <a:ext uri="{FF2B5EF4-FFF2-40B4-BE49-F238E27FC236}">
                <a16:creationId xmlns:a16="http://schemas.microsoft.com/office/drawing/2014/main" id="{04CE1932-4539-4360-980D-4E5F07940568}"/>
              </a:ext>
            </a:extLst>
          </p:cNvPr>
          <p:cNvSpPr>
            <a:spLocks noGrp="1"/>
          </p:cNvSpPr>
          <p:nvPr/>
        </p:nvSpPr>
        <p:spPr>
          <a:xfrm>
            <a:off x="10477500" y="4724400"/>
            <a:ext cx="4191000" cy="428625"/>
          </a:xfrm>
          <a:prstGeom prst="rect">
            <a:avLst/>
          </a:prstGeom>
          <a:noFill/>
          <a:ln w="0">
            <a:noFill/>
          </a:ln>
        </p:spPr>
        <p:txBody>
          <a:bodyPr lIns="0" tIns="0" rIns="0" bIns="0">
            <a:noAutofit/>
          </a:bodyPr>
          <a:lstStyle>
            <a:defPPr algn="l">
              <a:defRPr sz="2025" b="0">
                <a:solidFill>
                  <a:srgbClr val="AEC7C6"/>
                </a:solidFill>
                <a:latin typeface="Apple SD Gothic Neo"/>
                <a:ea typeface="Apple SD Gothic Neo"/>
                <a:cs typeface="Apple SD Gothic Neo"/>
              </a:defRPr>
            </a:defPPr>
          </a:lstStyle>
          <a:p>
            <a:pPr algn="l">
              <a:lnSpc>
                <a:spcPct val="105000"/>
              </a:lnSpc>
              <a:buNone/>
              <a:defRPr sz="2025" b="0">
                <a:solidFill>
                  <a:srgbClr val="AEC7C6"/>
                </a:solidFill>
                <a:latin typeface="Apple SD Gothic Neo"/>
                <a:ea typeface="Apple SD Gothic Neo"/>
                <a:cs typeface="Apple SD Gothic Neo"/>
              </a:defRPr>
            </a:pPr>
            <a:r>
              <a:rPr sz="2025" b="0">
                <a:solidFill>
                  <a:srgbClr val="AEC7C6"/>
                </a:solidFill>
                <a:latin typeface="Apple SD Gothic Neo"/>
                <a:ea typeface="Apple SD Gothic Neo"/>
                <a:cs typeface="Apple SD Gothic Neo"/>
              </a:rPr>
              <a:t>위치·영상 교차 확인</a:t>
            </a:r>
          </a:p>
        </p:txBody>
      </p:sp>
      <p:sp>
        <p:nvSpPr>
          <p:cNvPr id="13" name="직사각형 12">
            <a:extLst>
              <a:ext uri="{FF2B5EF4-FFF2-40B4-BE49-F238E27FC236}">
                <a16:creationId xmlns:a16="http://schemas.microsoft.com/office/drawing/2014/main" id="{F8930AF2-DAA8-42A8-9EF1-76B58788A857}"/>
              </a:ext>
            </a:extLst>
          </p:cNvPr>
          <p:cNvSpPr>
            <a:spLocks noGrp="1"/>
          </p:cNvSpPr>
          <p:nvPr/>
        </p:nvSpPr>
        <p:spPr>
          <a:xfrm>
            <a:off x="10477500" y="5734050"/>
            <a:ext cx="4191000" cy="523875"/>
          </a:xfrm>
          <a:prstGeom prst="rect">
            <a:avLst/>
          </a:prstGeom>
          <a:noFill/>
          <a:ln w="0">
            <a:noFill/>
          </a:ln>
        </p:spPr>
        <p:txBody>
          <a:bodyPr lIns="0" tIns="0" rIns="0" bIns="0">
            <a:noAutofit/>
          </a:bodyPr>
          <a:lstStyle>
            <a:defPPr algn="l">
              <a:defRPr sz="2550" b="1">
                <a:solidFill>
                  <a:srgbClr val="FFFFFF"/>
                </a:solidFill>
                <a:latin typeface="Apple SD Gothic Neo"/>
                <a:ea typeface="Apple SD Gothic Neo"/>
                <a:cs typeface="Apple SD Gothic Neo"/>
              </a:defRPr>
            </a:defPPr>
          </a:lstStyle>
          <a:p>
            <a:pPr algn="l">
              <a:lnSpc>
                <a:spcPct val="105000"/>
              </a:lnSpc>
              <a:buNone/>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재확인 업무</a:t>
            </a:r>
          </a:p>
        </p:txBody>
      </p:sp>
      <p:sp>
        <p:nvSpPr>
          <p:cNvPr id="14" name="직사각형 13">
            <a:extLst>
              <a:ext uri="{FF2B5EF4-FFF2-40B4-BE49-F238E27FC236}">
                <a16:creationId xmlns:a16="http://schemas.microsoft.com/office/drawing/2014/main" id="{0364D3CA-075B-4ACC-B99B-C095AC09F1F5}"/>
              </a:ext>
            </a:extLst>
          </p:cNvPr>
          <p:cNvSpPr>
            <a:spLocks noGrp="1"/>
          </p:cNvSpPr>
          <p:nvPr/>
        </p:nvSpPr>
        <p:spPr>
          <a:xfrm>
            <a:off x="10477500" y="6353175"/>
            <a:ext cx="4191000" cy="428625"/>
          </a:xfrm>
          <a:prstGeom prst="rect">
            <a:avLst/>
          </a:prstGeom>
          <a:noFill/>
          <a:ln w="0">
            <a:noFill/>
          </a:ln>
        </p:spPr>
        <p:txBody>
          <a:bodyPr lIns="0" tIns="0" rIns="0" bIns="0">
            <a:noAutofit/>
          </a:bodyPr>
          <a:lstStyle>
            <a:defPPr algn="l">
              <a:defRPr sz="2025" b="0">
                <a:solidFill>
                  <a:srgbClr val="AEC7C6"/>
                </a:solidFill>
                <a:latin typeface="Apple SD Gothic Neo"/>
                <a:ea typeface="Apple SD Gothic Neo"/>
                <a:cs typeface="Apple SD Gothic Neo"/>
              </a:defRPr>
            </a:defPPr>
          </a:lstStyle>
          <a:p>
            <a:pPr algn="l">
              <a:lnSpc>
                <a:spcPct val="105000"/>
              </a:lnSpc>
              <a:buNone/>
              <a:defRPr sz="2025" b="0">
                <a:solidFill>
                  <a:srgbClr val="AEC7C6"/>
                </a:solidFill>
                <a:latin typeface="Apple SD Gothic Neo"/>
                <a:ea typeface="Apple SD Gothic Neo"/>
                <a:cs typeface="Apple SD Gothic Neo"/>
              </a:defRPr>
            </a:pPr>
            <a:r>
              <a:rPr sz="2025" b="0">
                <a:solidFill>
                  <a:srgbClr val="AEC7C6"/>
                </a:solidFill>
                <a:latin typeface="Apple SD Gothic Neo"/>
                <a:ea typeface="Apple SD Gothic Neo"/>
                <a:cs typeface="Apple SD Gothic Neo"/>
              </a:rPr>
              <a:t>지속 여부와 전문가 검토</a:t>
            </a:r>
          </a:p>
        </p:txBody>
      </p:sp>
      <p:sp>
        <p:nvSpPr>
          <p:cNvPr id="15" name="직사각형 14">
            <a:extLst>
              <a:ext uri="{FF2B5EF4-FFF2-40B4-BE49-F238E27FC236}">
                <a16:creationId xmlns:a16="http://schemas.microsoft.com/office/drawing/2014/main" id="{83ABC426-B700-48AC-9145-DE8889C758BD}"/>
              </a:ext>
            </a:extLst>
          </p:cNvPr>
          <p:cNvSpPr>
            <a:spLocks noGrp="1"/>
          </p:cNvSpPr>
          <p:nvPr/>
        </p:nvSpPr>
        <p:spPr>
          <a:xfrm>
            <a:off x="762000" y="2419350"/>
            <a:ext cx="1809750" cy="476250"/>
          </a:xfrm>
          <a:prstGeom prst="rect">
            <a:avLst/>
          </a:prstGeom>
          <a:noFill/>
          <a:ln w="0">
            <a:noFill/>
          </a:ln>
        </p:spPr>
        <p:txBody>
          <a:bodyPr lIns="0" tIns="0" rIns="0" bIns="0">
            <a:noAutofit/>
          </a:bodyPr>
          <a:lstStyle>
            <a:defPPr algn="l">
              <a:defRPr sz="2250" b="1">
                <a:solidFill>
                  <a:srgbClr val="A9F2CE"/>
                </a:solidFill>
                <a:latin typeface="Apple SD Gothic Neo"/>
                <a:ea typeface="Apple SD Gothic Neo"/>
                <a:cs typeface="Apple SD Gothic Neo"/>
              </a:defRPr>
            </a:defPPr>
          </a:lstStyle>
          <a:p>
            <a:pPr algn="l">
              <a:lnSpc>
                <a:spcPct val="105000"/>
              </a:lnSpc>
              <a:buNone/>
              <a:defRPr sz="2250" b="1">
                <a:solidFill>
                  <a:srgbClr val="A9F2CE"/>
                </a:solidFill>
                <a:latin typeface="Apple SD Gothic Neo"/>
                <a:ea typeface="Apple SD Gothic Neo"/>
                <a:cs typeface="Apple SD Gothic Neo"/>
              </a:defRPr>
            </a:pPr>
            <a:r>
              <a:rPr sz="2250" b="1">
                <a:solidFill>
                  <a:srgbClr val="A9F2CE"/>
                </a:solidFill>
                <a:latin typeface="Apple SD Gothic Neo"/>
                <a:ea typeface="Apple SD Gothic Neo"/>
                <a:cs typeface="Apple SD Gothic Neo"/>
              </a:rPr>
              <a:t>1회차</a:t>
            </a:r>
          </a:p>
        </p:txBody>
      </p:sp>
      <p:sp>
        <p:nvSpPr>
          <p:cNvPr id="16" name="직사각형 15">
            <a:extLst>
              <a:ext uri="{FF2B5EF4-FFF2-40B4-BE49-F238E27FC236}">
                <a16:creationId xmlns:a16="http://schemas.microsoft.com/office/drawing/2014/main" id="{7C34C75B-C2B4-4E64-B776-2509261AE3BC}"/>
              </a:ext>
            </a:extLst>
          </p:cNvPr>
          <p:cNvSpPr>
            <a:spLocks noGrp="1"/>
          </p:cNvSpPr>
          <p:nvPr/>
        </p:nvSpPr>
        <p:spPr>
          <a:xfrm>
            <a:off x="762000" y="3933825"/>
            <a:ext cx="1809750" cy="476250"/>
          </a:xfrm>
          <a:prstGeom prst="rect">
            <a:avLst/>
          </a:prstGeom>
          <a:noFill/>
          <a:ln w="0">
            <a:noFill/>
          </a:ln>
        </p:spPr>
        <p:txBody>
          <a:bodyPr lIns="0" tIns="0" rIns="0" bIns="0">
            <a:noAutofit/>
          </a:bodyPr>
          <a:lstStyle>
            <a:defPPr algn="l">
              <a:defRPr sz="2250" b="1">
                <a:solidFill>
                  <a:srgbClr val="A9F2CE"/>
                </a:solidFill>
                <a:latin typeface="Apple SD Gothic Neo"/>
                <a:ea typeface="Apple SD Gothic Neo"/>
                <a:cs typeface="Apple SD Gothic Neo"/>
              </a:defRPr>
            </a:defPPr>
          </a:lstStyle>
          <a:p>
            <a:pPr algn="l">
              <a:lnSpc>
                <a:spcPct val="105000"/>
              </a:lnSpc>
              <a:buNone/>
              <a:defRPr sz="2250" b="1">
                <a:solidFill>
                  <a:srgbClr val="A9F2CE"/>
                </a:solidFill>
                <a:latin typeface="Apple SD Gothic Neo"/>
                <a:ea typeface="Apple SD Gothic Neo"/>
                <a:cs typeface="Apple SD Gothic Neo"/>
              </a:defRPr>
            </a:pPr>
            <a:r>
              <a:rPr sz="2250" b="1">
                <a:solidFill>
                  <a:srgbClr val="A9F2CE"/>
                </a:solidFill>
                <a:latin typeface="Apple SD Gothic Neo"/>
                <a:ea typeface="Apple SD Gothic Neo"/>
                <a:cs typeface="Apple SD Gothic Neo"/>
              </a:rPr>
              <a:t>2회차</a:t>
            </a:r>
          </a:p>
        </p:txBody>
      </p:sp>
      <p:sp>
        <p:nvSpPr>
          <p:cNvPr id="17" name="직사각형 16">
            <a:extLst>
              <a:ext uri="{FF2B5EF4-FFF2-40B4-BE49-F238E27FC236}">
                <a16:creationId xmlns:a16="http://schemas.microsoft.com/office/drawing/2014/main" id="{1EE0D2F6-9C71-4EC7-8D0B-547F35472FF0}"/>
              </a:ext>
            </a:extLst>
          </p:cNvPr>
          <p:cNvSpPr>
            <a:spLocks noGrp="1"/>
          </p:cNvSpPr>
          <p:nvPr/>
        </p:nvSpPr>
        <p:spPr>
          <a:xfrm>
            <a:off x="762000" y="5448300"/>
            <a:ext cx="1809750" cy="476250"/>
          </a:xfrm>
          <a:prstGeom prst="rect">
            <a:avLst/>
          </a:prstGeom>
          <a:noFill/>
          <a:ln w="0">
            <a:noFill/>
          </a:ln>
        </p:spPr>
        <p:txBody>
          <a:bodyPr lIns="0" tIns="0" rIns="0" bIns="0">
            <a:noAutofit/>
          </a:bodyPr>
          <a:lstStyle>
            <a:defPPr algn="l">
              <a:defRPr sz="2250" b="1">
                <a:solidFill>
                  <a:srgbClr val="A9F2CE"/>
                </a:solidFill>
                <a:latin typeface="Apple SD Gothic Neo"/>
                <a:ea typeface="Apple SD Gothic Neo"/>
                <a:cs typeface="Apple SD Gothic Neo"/>
              </a:defRPr>
            </a:defPPr>
          </a:lstStyle>
          <a:p>
            <a:pPr algn="l">
              <a:lnSpc>
                <a:spcPct val="105000"/>
              </a:lnSpc>
              <a:buNone/>
              <a:defRPr sz="2250" b="1">
                <a:solidFill>
                  <a:srgbClr val="A9F2CE"/>
                </a:solidFill>
                <a:latin typeface="Apple SD Gothic Neo"/>
                <a:ea typeface="Apple SD Gothic Neo"/>
                <a:cs typeface="Apple SD Gothic Neo"/>
              </a:defRPr>
            </a:pPr>
            <a:r>
              <a:rPr sz="2250" b="1">
                <a:solidFill>
                  <a:srgbClr val="A9F2CE"/>
                </a:solidFill>
                <a:latin typeface="Apple SD Gothic Neo"/>
                <a:ea typeface="Apple SD Gothic Neo"/>
                <a:cs typeface="Apple SD Gothic Neo"/>
              </a:rPr>
              <a:t>3회차</a:t>
            </a:r>
          </a:p>
        </p:txBody>
      </p:sp>
      <p:sp>
        <p:nvSpPr>
          <p:cNvPr id="18" name="직사각형 17">
            <a:extLst>
              <a:ext uri="{FF2B5EF4-FFF2-40B4-BE49-F238E27FC236}">
                <a16:creationId xmlns:a16="http://schemas.microsoft.com/office/drawing/2014/main" id="{8B626FFC-3D7E-4F95-ACE8-9C33BCDFC989}"/>
              </a:ext>
            </a:extLst>
          </p:cNvPr>
          <p:cNvSpPr>
            <a:spLocks noGrp="1"/>
          </p:cNvSpPr>
          <p:nvPr/>
        </p:nvSpPr>
        <p:spPr>
          <a:xfrm>
            <a:off x="533400" y="6943725"/>
            <a:ext cx="14173200" cy="14288"/>
          </a:xfrm>
          <a:prstGeom prst="rect">
            <a:avLst/>
          </a:prstGeom>
          <a:solidFill>
            <a:srgbClr val="31505A"/>
          </a:solidFill>
          <a:ln w="0">
            <a:noFill/>
          </a:ln>
        </p:spPr>
        <p:txBody>
          <a:bodyPr/>
          <a:lstStyle/>
          <a:p>
            <a:endParaRPr lang="ko-KR" altLang="en-US"/>
          </a:p>
        </p:txBody>
      </p:sp>
      <p:sp>
        <p:nvSpPr>
          <p:cNvPr id="19" name="직사각형 18">
            <a:extLst>
              <a:ext uri="{FF2B5EF4-FFF2-40B4-BE49-F238E27FC236}">
                <a16:creationId xmlns:a16="http://schemas.microsoft.com/office/drawing/2014/main" id="{395DB318-D5FD-4B4A-8E99-38508DD65691}"/>
              </a:ext>
            </a:extLst>
          </p:cNvPr>
          <p:cNvSpPr>
            <a:spLocks noGrp="1"/>
          </p:cNvSpPr>
          <p:nvPr/>
        </p:nvSpPr>
        <p:spPr>
          <a:xfrm>
            <a:off x="533400" y="7134225"/>
            <a:ext cx="13906500" cy="685800"/>
          </a:xfrm>
          <a:prstGeom prst="rect">
            <a:avLst/>
          </a:prstGeom>
          <a:noFill/>
          <a:ln w="0">
            <a:noFill/>
          </a:ln>
        </p:spPr>
        <p:txBody>
          <a:bodyPr lIns="0" tIns="0" rIns="0" bIns="0">
            <a:noAutofit/>
          </a:bodyPr>
          <a:lstStyle>
            <a:defPPr algn="l">
              <a:defRPr sz="2400" b="1">
                <a:solidFill>
                  <a:srgbClr val="A9F2CE"/>
                </a:solidFill>
                <a:latin typeface="Apple SD Gothic Neo"/>
                <a:ea typeface="Apple SD Gothic Neo"/>
                <a:cs typeface="Apple SD Gothic Neo"/>
              </a:defRPr>
            </a:defPPr>
          </a:lstStyle>
          <a:p>
            <a:pPr algn="l">
              <a:lnSpc>
                <a:spcPct val="105000"/>
              </a:lnSpc>
              <a:buNone/>
              <a:defRPr sz="2400" b="1">
                <a:solidFill>
                  <a:srgbClr val="A9F2CE"/>
                </a:solidFill>
                <a:latin typeface="Apple SD Gothic Neo"/>
                <a:ea typeface="Apple SD Gothic Neo"/>
                <a:cs typeface="Apple SD Gothic Neo"/>
              </a:defRPr>
            </a:pPr>
            <a:r>
              <a:rPr sz="2400" b="1">
                <a:solidFill>
                  <a:srgbClr val="A9F2CE"/>
                </a:solidFill>
                <a:latin typeface="Apple SD Gothic Neo"/>
                <a:ea typeface="Apple SD Gothic Neo"/>
                <a:cs typeface="Apple SD Gothic Neo"/>
              </a:rPr>
              <a:t>신호가 달라졌다는 것과 공동이 커졌다는 것은 다릅니다.</a:t>
            </a:r>
          </a:p>
        </p:txBody>
      </p:sp>
      <p:sp>
        <p:nvSpPr>
          <p:cNvPr id="20" name="직사각형 19">
            <a:extLst>
              <a:ext uri="{FF2B5EF4-FFF2-40B4-BE49-F238E27FC236}">
                <a16:creationId xmlns:a16="http://schemas.microsoft.com/office/drawing/2014/main" id="{F6E40E08-806F-4927-B2D1-5B4404DD7A34}"/>
              </a:ext>
            </a:extLst>
          </p:cNvPr>
          <p:cNvSpPr>
            <a:spLocks noGrp="1"/>
          </p:cNvSpPr>
          <p:nvPr/>
        </p:nvSpPr>
        <p:spPr>
          <a:xfrm>
            <a:off x="533400" y="7781925"/>
            <a:ext cx="14001750" cy="381000"/>
          </a:xfrm>
          <a:prstGeom prst="rect">
            <a:avLst/>
          </a:prstGeom>
          <a:noFill/>
          <a:ln w="0">
            <a:noFill/>
          </a:ln>
        </p:spPr>
        <p:txBody>
          <a:bodyPr lIns="0" tIns="0" rIns="0" bIns="0">
            <a:noAutofit/>
          </a:bodyPr>
          <a:lstStyle>
            <a:defPPr algn="l">
              <a:defRPr sz="1650" b="0">
                <a:solidFill>
                  <a:srgbClr val="A9F2CE"/>
                </a:solidFill>
                <a:latin typeface="Apple SD Gothic Neo"/>
                <a:ea typeface="Apple SD Gothic Neo"/>
                <a:cs typeface="Apple SD Gothic Neo"/>
              </a:defRPr>
            </a:defPPr>
          </a:lstStyle>
          <a:p>
            <a:pPr algn="l">
              <a:lnSpc>
                <a:spcPct val="105000"/>
              </a:lnSpc>
              <a:buNone/>
              <a:defRPr sz="1650" b="0">
                <a:solidFill>
                  <a:srgbClr val="A9F2CE"/>
                </a:solidFill>
                <a:latin typeface="Apple SD Gothic Neo"/>
                <a:ea typeface="Apple SD Gothic Neo"/>
                <a:cs typeface="Apple SD Gothic Neo"/>
              </a:defRPr>
            </a:pPr>
            <a:r>
              <a:rPr sz="1650" b="0">
                <a:solidFill>
                  <a:srgbClr val="A9F2CE"/>
                </a:solidFill>
                <a:latin typeface="Apple SD Gothic Neo"/>
                <a:ea typeface="Apple SD Gothic Neo"/>
                <a:cs typeface="Apple SD Gothic Neo"/>
              </a:rPr>
              <a:t>[가설] AI 생성 합성 신호 · 실제 탐사 데이터나 탐지 성능 증거가 아님</a:t>
            </a:r>
          </a:p>
        </p:txBody>
      </p:sp>
    </p:spTree>
    <p:extLst>
      <p:ext uri="{BB962C8B-B14F-4D97-AF65-F5344CB8AC3E}">
        <p14:creationId xmlns:p14="http://schemas.microsoft.com/office/powerpoint/2010/main" val="140742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DFF2640B-AB42-4A4B-9A98-246C9840D82A}"/>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E3A68C04-E2DE-4834-8DE6-D74F3BE8CC8E}"/>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GroundWatch Patrol</a:t>
            </a:r>
          </a:p>
        </p:txBody>
      </p:sp>
      <p:sp>
        <p:nvSpPr>
          <p:cNvPr id="3" name="직사각형 2">
            <a:extLst>
              <a:ext uri="{FF2B5EF4-FFF2-40B4-BE49-F238E27FC236}">
                <a16:creationId xmlns:a16="http://schemas.microsoft.com/office/drawing/2014/main" id="{163F6F89-D6B2-48F2-990C-4AC548E69B4B}"/>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73B85323-EBF8-404D-8126-91102BB0DAC0}"/>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운전석은 안내, 정차 후에는 확인</a:t>
            </a:r>
          </a:p>
        </p:txBody>
      </p:sp>
      <p:sp>
        <p:nvSpPr>
          <p:cNvPr id="5" name="직사각형 4">
            <a:extLst>
              <a:ext uri="{FF2B5EF4-FFF2-40B4-BE49-F238E27FC236}">
                <a16:creationId xmlns:a16="http://schemas.microsoft.com/office/drawing/2014/main" id="{4E7C99BF-D0D4-437D-97AF-E25AAECEF918}"/>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02</a:t>
            </a:r>
          </a:p>
        </p:txBody>
      </p:sp>
      <p:sp>
        <p:nvSpPr>
          <p:cNvPr id="6" name="직사각형 5">
            <a:extLst>
              <a:ext uri="{FF2B5EF4-FFF2-40B4-BE49-F238E27FC236}">
                <a16:creationId xmlns:a16="http://schemas.microsoft.com/office/drawing/2014/main" id="{59ED053E-7DF4-414E-A29F-A24A8BE8260A}"/>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34FDFAA8-ED34-4439-82C9-6BA72B374347}"/>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15</a:t>
            </a:r>
          </a:p>
        </p:txBody>
      </p:sp>
      <p:sp>
        <p:nvSpPr>
          <p:cNvPr id="8" name="직사각형 7">
            <a:extLst>
              <a:ext uri="{FF2B5EF4-FFF2-40B4-BE49-F238E27FC236}">
                <a16:creationId xmlns:a16="http://schemas.microsoft.com/office/drawing/2014/main" id="{FECD600C-44B1-4AB4-B5C6-3F4EBEB558D4}"/>
              </a:ext>
            </a:extLst>
          </p:cNvPr>
          <p:cNvSpPr>
            <a:spLocks noGrp="1"/>
          </p:cNvSpPr>
          <p:nvPr/>
        </p:nvSpPr>
        <p:spPr>
          <a:xfrm>
            <a:off x="457200" y="2162175"/>
            <a:ext cx="8915400" cy="4514850"/>
          </a:xfrm>
          <a:prstGeom prst="rect">
            <a:avLst/>
          </a:prstGeom>
          <a:solidFill>
            <a:srgbClr val="071E29"/>
          </a:solidFill>
          <a:ln w="0">
            <a:noFill/>
          </a:ln>
        </p:spPr>
        <p:txBody>
          <a:bodyPr/>
          <a:lstStyle/>
          <a:p>
            <a:endParaRPr lang="ko-KR" altLang="en-US"/>
          </a:p>
        </p:txBody>
      </p:sp>
      <p:sp>
        <p:nvSpPr>
          <p:cNvPr id="9" name="직사각형 8">
            <a:extLst>
              <a:ext uri="{FF2B5EF4-FFF2-40B4-BE49-F238E27FC236}">
                <a16:creationId xmlns:a16="http://schemas.microsoft.com/office/drawing/2014/main" id="{2CEC0BF8-8769-4387-A0F7-F6BDBE576579}"/>
              </a:ext>
            </a:extLst>
          </p:cNvPr>
          <p:cNvSpPr>
            <a:spLocks noGrp="1"/>
          </p:cNvSpPr>
          <p:nvPr/>
        </p:nvSpPr>
        <p:spPr>
          <a:xfrm>
            <a:off x="781050" y="2457450"/>
            <a:ext cx="6667500" cy="409575"/>
          </a:xfrm>
          <a:prstGeom prst="rect">
            <a:avLst/>
          </a:prstGeom>
          <a:noFill/>
          <a:ln w="0">
            <a:noFill/>
          </a:ln>
        </p:spPr>
        <p:txBody>
          <a:bodyPr lIns="0" tIns="0" rIns="0" bIns="0">
            <a:noAutofit/>
          </a:bodyPr>
          <a:lstStyle>
            <a:defPPr algn="l">
              <a:defRPr sz="2025" b="1">
                <a:solidFill>
                  <a:srgbClr val="FFFFFF"/>
                </a:solidFill>
                <a:latin typeface="Apple SD Gothic Neo"/>
                <a:ea typeface="Apple SD Gothic Neo"/>
                <a:cs typeface="Apple SD Gothic Neo"/>
              </a:defRPr>
            </a:defPPr>
          </a:lstStyle>
          <a:p>
            <a:pPr algn="l">
              <a:lnSpc>
                <a:spcPct val="105000"/>
              </a:lnSpc>
              <a:buNone/>
              <a:defRPr sz="2025" b="1">
                <a:solidFill>
                  <a:srgbClr val="FFFFFF"/>
                </a:solidFill>
                <a:latin typeface="Apple SD Gothic Neo"/>
                <a:ea typeface="Apple SD Gothic Neo"/>
                <a:cs typeface="Apple SD Gothic Neo"/>
              </a:defRPr>
            </a:pPr>
            <a:r>
              <a:rPr sz="2025" b="1">
                <a:solidFill>
                  <a:srgbClr val="FFFFFF"/>
                </a:solidFill>
                <a:latin typeface="Apple SD Gothic Neo"/>
                <a:ea typeface="Apple SD Gothic Neo"/>
                <a:cs typeface="Apple SD Gothic Neo"/>
              </a:rPr>
              <a:t>GroundWatch Patrol</a:t>
            </a:r>
          </a:p>
        </p:txBody>
      </p:sp>
      <p:sp>
        <p:nvSpPr>
          <p:cNvPr id="10" name="직사각형 9">
            <a:extLst>
              <a:ext uri="{FF2B5EF4-FFF2-40B4-BE49-F238E27FC236}">
                <a16:creationId xmlns:a16="http://schemas.microsoft.com/office/drawing/2014/main" id="{77DB033A-BBEB-44FD-BF69-D030B7D1EB57}"/>
              </a:ext>
            </a:extLst>
          </p:cNvPr>
          <p:cNvSpPr>
            <a:spLocks noGrp="1"/>
          </p:cNvSpPr>
          <p:nvPr/>
        </p:nvSpPr>
        <p:spPr>
          <a:xfrm>
            <a:off x="781050" y="3114675"/>
            <a:ext cx="6953250" cy="457200"/>
          </a:xfrm>
          <a:prstGeom prst="rect">
            <a:avLst/>
          </a:prstGeom>
          <a:noFill/>
          <a:ln w="0">
            <a:noFill/>
          </a:ln>
        </p:spPr>
        <p:txBody>
          <a:bodyPr lIns="0" tIns="0" rIns="0" bIns="0">
            <a:noAutofit/>
          </a:bodyPr>
          <a:lstStyle>
            <a:defPPr algn="l">
              <a:defRPr sz="2925" b="1">
                <a:solidFill>
                  <a:srgbClr val="A9F2CE"/>
                </a:solidFill>
                <a:latin typeface="Apple SD Gothic Neo"/>
                <a:ea typeface="Apple SD Gothic Neo"/>
                <a:cs typeface="Apple SD Gothic Neo"/>
              </a:defRPr>
            </a:defPPr>
          </a:lstStyle>
          <a:p>
            <a:pPr algn="l">
              <a:lnSpc>
                <a:spcPct val="105000"/>
              </a:lnSpc>
              <a:buNone/>
              <a:defRPr sz="2925" b="1">
                <a:solidFill>
                  <a:srgbClr val="A9F2CE"/>
                </a:solidFill>
                <a:latin typeface="Apple SD Gothic Neo"/>
                <a:ea typeface="Apple SD Gothic Neo"/>
                <a:cs typeface="Apple SD Gothic Neo"/>
              </a:defRPr>
            </a:pPr>
            <a:r>
              <a:rPr sz="2925" b="1">
                <a:solidFill>
                  <a:srgbClr val="A9F2CE"/>
                </a:solidFill>
                <a:latin typeface="Apple SD Gothic Neo"/>
                <a:ea typeface="Apple SD Gothic Neo"/>
                <a:cs typeface="Apple SD Gothic Neo"/>
              </a:rPr>
              <a:t>새벽 순찰 / 구간 GW-01</a:t>
            </a:r>
          </a:p>
        </p:txBody>
      </p:sp>
      <p:sp>
        <p:nvSpPr>
          <p:cNvPr id="11" name="직사각형 10">
            <a:extLst>
              <a:ext uri="{FF2B5EF4-FFF2-40B4-BE49-F238E27FC236}">
                <a16:creationId xmlns:a16="http://schemas.microsoft.com/office/drawing/2014/main" id="{3AAC34B9-977F-4FC8-A83B-1CA1F7866002}"/>
              </a:ext>
            </a:extLst>
          </p:cNvPr>
          <p:cNvSpPr>
            <a:spLocks noGrp="1"/>
          </p:cNvSpPr>
          <p:nvPr/>
        </p:nvSpPr>
        <p:spPr>
          <a:xfrm>
            <a:off x="781050" y="3933825"/>
            <a:ext cx="8210550" cy="14288"/>
          </a:xfrm>
          <a:prstGeom prst="rect">
            <a:avLst/>
          </a:prstGeom>
          <a:solidFill>
            <a:srgbClr val="33525B"/>
          </a:solidFill>
          <a:ln w="0">
            <a:noFill/>
          </a:ln>
        </p:spPr>
        <p:txBody>
          <a:bodyPr/>
          <a:lstStyle/>
          <a:p>
            <a:endParaRPr lang="ko-KR" altLang="en-US"/>
          </a:p>
        </p:txBody>
      </p:sp>
      <p:sp>
        <p:nvSpPr>
          <p:cNvPr id="12" name="직사각형 11">
            <a:extLst>
              <a:ext uri="{FF2B5EF4-FFF2-40B4-BE49-F238E27FC236}">
                <a16:creationId xmlns:a16="http://schemas.microsoft.com/office/drawing/2014/main" id="{34FEC8FC-B834-424D-9538-5101A4A46E18}"/>
              </a:ext>
            </a:extLst>
          </p:cNvPr>
          <p:cNvSpPr>
            <a:spLocks noGrp="1"/>
          </p:cNvSpPr>
          <p:nvPr/>
        </p:nvSpPr>
        <p:spPr>
          <a:xfrm>
            <a:off x="781050" y="4276725"/>
            <a:ext cx="4191000" cy="571500"/>
          </a:xfrm>
          <a:prstGeom prst="rect">
            <a:avLst/>
          </a:prstGeom>
          <a:noFill/>
          <a:ln w="0">
            <a:noFill/>
          </a:ln>
        </p:spPr>
        <p:txBody>
          <a:bodyPr lIns="0" tIns="0" rIns="0" bIns="0">
            <a:noAutofit/>
          </a:bodyPr>
          <a:lstStyle>
            <a:defPPr algn="l">
              <a:defRPr sz="2775" b="1">
                <a:solidFill>
                  <a:srgbClr val="FFFFFF"/>
                </a:solidFill>
                <a:latin typeface="Apple SD Gothic Neo"/>
                <a:ea typeface="Apple SD Gothic Neo"/>
                <a:cs typeface="Apple SD Gothic Neo"/>
              </a:defRPr>
            </a:defPPr>
          </a:lstStyle>
          <a:p>
            <a:pPr algn="l">
              <a:lnSpc>
                <a:spcPct val="105000"/>
              </a:lnSpc>
              <a:buNone/>
              <a:defRPr sz="2775" b="1">
                <a:solidFill>
                  <a:srgbClr val="FFFFFF"/>
                </a:solidFill>
                <a:latin typeface="Apple SD Gothic Neo"/>
                <a:ea typeface="Apple SD Gothic Neo"/>
                <a:cs typeface="Apple SD Gothic Neo"/>
              </a:defRPr>
            </a:pPr>
            <a:r>
              <a:rPr sz="2775" b="1">
                <a:solidFill>
                  <a:srgbClr val="FFFFFF"/>
                </a:solidFill>
                <a:latin typeface="Apple SD Gothic Neo"/>
                <a:ea typeface="Apple SD Gothic Neo"/>
                <a:cs typeface="Apple SD Gothic Neo"/>
              </a:rPr>
              <a:t>경로 안내</a:t>
            </a:r>
          </a:p>
        </p:txBody>
      </p:sp>
      <p:sp>
        <p:nvSpPr>
          <p:cNvPr id="13" name="직사각형 12">
            <a:extLst>
              <a:ext uri="{FF2B5EF4-FFF2-40B4-BE49-F238E27FC236}">
                <a16:creationId xmlns:a16="http://schemas.microsoft.com/office/drawing/2014/main" id="{63B7A6A5-A316-4A5D-9123-B55465277D89}"/>
              </a:ext>
            </a:extLst>
          </p:cNvPr>
          <p:cNvSpPr>
            <a:spLocks noGrp="1"/>
          </p:cNvSpPr>
          <p:nvPr/>
        </p:nvSpPr>
        <p:spPr>
          <a:xfrm>
            <a:off x="781050" y="5143500"/>
            <a:ext cx="6953250" cy="552450"/>
          </a:xfrm>
          <a:prstGeom prst="rect">
            <a:avLst/>
          </a:prstGeom>
          <a:noFill/>
          <a:ln w="0">
            <a:noFill/>
          </a:ln>
        </p:spPr>
        <p:txBody>
          <a:bodyPr lIns="0" tIns="0" rIns="0" bIns="0">
            <a:noAutofit/>
          </a:bodyPr>
          <a:lstStyle>
            <a:defPPr algn="l">
              <a:defRPr sz="2250" b="0">
                <a:solidFill>
                  <a:srgbClr val="BED1CF"/>
                </a:solidFill>
                <a:latin typeface="Apple SD Gothic Neo"/>
                <a:ea typeface="Apple SD Gothic Neo"/>
                <a:cs typeface="Apple SD Gothic Neo"/>
              </a:defRPr>
            </a:defPPr>
          </a:lstStyle>
          <a:p>
            <a:pPr algn="l">
              <a:lnSpc>
                <a:spcPct val="105000"/>
              </a:lnSpc>
              <a:buNone/>
              <a:defRPr sz="2250" b="0">
                <a:solidFill>
                  <a:srgbClr val="BED1CF"/>
                </a:solidFill>
                <a:latin typeface="Apple SD Gothic Neo"/>
                <a:ea typeface="Apple SD Gothic Neo"/>
                <a:cs typeface="Apple SD Gothic Neo"/>
              </a:defRPr>
            </a:pPr>
            <a:r>
              <a:rPr sz="2250" b="0">
                <a:solidFill>
                  <a:srgbClr val="BED1CF"/>
                </a:solidFill>
                <a:latin typeface="Apple SD Gothic Neo"/>
                <a:ea typeface="Apple SD Gothic Neo"/>
                <a:cs typeface="Apple SD Gothic Neo"/>
              </a:rPr>
              <a:t>다음 재확인 지점 접근</a:t>
            </a:r>
          </a:p>
        </p:txBody>
      </p:sp>
      <p:sp>
        <p:nvSpPr>
          <p:cNvPr id="14" name="직사각형 13">
            <a:extLst>
              <a:ext uri="{FF2B5EF4-FFF2-40B4-BE49-F238E27FC236}">
                <a16:creationId xmlns:a16="http://schemas.microsoft.com/office/drawing/2014/main" id="{8A2620D9-431D-410A-BB79-929ED0B81E48}"/>
              </a:ext>
            </a:extLst>
          </p:cNvPr>
          <p:cNvSpPr>
            <a:spLocks noGrp="1"/>
          </p:cNvSpPr>
          <p:nvPr/>
        </p:nvSpPr>
        <p:spPr>
          <a:xfrm>
            <a:off x="781050" y="6038850"/>
            <a:ext cx="7810500" cy="323850"/>
          </a:xfrm>
          <a:prstGeom prst="rect">
            <a:avLst/>
          </a:prstGeom>
          <a:noFill/>
          <a:ln w="0">
            <a:noFill/>
          </a:ln>
        </p:spPr>
        <p:txBody>
          <a:bodyPr lIns="0" tIns="0" rIns="0" bIns="0">
            <a:noAutofit/>
          </a:bodyPr>
          <a:lstStyle>
            <a:defPPr algn="l">
              <a:defRPr sz="1800" b="0">
                <a:solidFill>
                  <a:srgbClr val="BED1CF"/>
                </a:solidFill>
                <a:latin typeface="Apple SD Gothic Neo"/>
                <a:ea typeface="Apple SD Gothic Neo"/>
                <a:cs typeface="Apple SD Gothic Neo"/>
              </a:defRPr>
            </a:defPPr>
          </a:lstStyle>
          <a:p>
            <a:pPr algn="l">
              <a:lnSpc>
                <a:spcPct val="105000"/>
              </a:lnSpc>
              <a:buNone/>
              <a:defRPr sz="1800" b="0">
                <a:solidFill>
                  <a:srgbClr val="BED1CF"/>
                </a:solidFill>
                <a:latin typeface="Apple SD Gothic Neo"/>
                <a:ea typeface="Apple SD Gothic Neo"/>
                <a:cs typeface="Apple SD Gothic Neo"/>
              </a:defRPr>
            </a:pPr>
            <a:r>
              <a:rPr sz="1800" b="0">
                <a:solidFill>
                  <a:srgbClr val="BED1CF"/>
                </a:solidFill>
                <a:latin typeface="Apple SD Gothic Neo"/>
                <a:ea typeface="Apple SD Gothic Neo"/>
                <a:cs typeface="Apple SD Gothic Neo"/>
              </a:rPr>
              <a:t>장비 연결 정상  /  수집 상태 표시</a:t>
            </a:r>
          </a:p>
        </p:txBody>
      </p:sp>
      <p:sp>
        <p:nvSpPr>
          <p:cNvPr id="15" name="직사각형 14">
            <a:extLst>
              <a:ext uri="{FF2B5EF4-FFF2-40B4-BE49-F238E27FC236}">
                <a16:creationId xmlns:a16="http://schemas.microsoft.com/office/drawing/2014/main" id="{2AE63E25-2EFA-4A64-A736-E1F252936EDA}"/>
              </a:ext>
            </a:extLst>
          </p:cNvPr>
          <p:cNvSpPr>
            <a:spLocks noGrp="1"/>
          </p:cNvSpPr>
          <p:nvPr/>
        </p:nvSpPr>
        <p:spPr>
          <a:xfrm>
            <a:off x="9953625" y="2381250"/>
            <a:ext cx="4524375" cy="523875"/>
          </a:xfrm>
          <a:prstGeom prst="rect">
            <a:avLst/>
          </a:prstGeom>
          <a:noFill/>
          <a:ln w="0">
            <a:noFill/>
          </a:ln>
        </p:spPr>
        <p:txBody>
          <a:bodyPr lIns="0" tIns="0" rIns="0" bIns="0">
            <a:noAutofit/>
          </a:bodyPr>
          <a:lstStyle>
            <a:defPPr algn="l">
              <a:defRPr sz="2775" b="1">
                <a:solidFill>
                  <a:srgbClr val="007D80"/>
                </a:solidFill>
                <a:latin typeface="Apple SD Gothic Neo"/>
                <a:ea typeface="Apple SD Gothic Neo"/>
                <a:cs typeface="Apple SD Gothic Neo"/>
              </a:defRPr>
            </a:defPPr>
          </a:lstStyle>
          <a:p>
            <a:pPr algn="l">
              <a:lnSpc>
                <a:spcPct val="105000"/>
              </a:lnSpc>
              <a:buNone/>
              <a:defRPr sz="2775" b="1">
                <a:solidFill>
                  <a:srgbClr val="007D80"/>
                </a:solidFill>
                <a:latin typeface="Apple SD Gothic Neo"/>
                <a:ea typeface="Apple SD Gothic Neo"/>
                <a:cs typeface="Apple SD Gothic Neo"/>
              </a:defRPr>
            </a:pPr>
            <a:r>
              <a:rPr sz="2775" b="1">
                <a:solidFill>
                  <a:srgbClr val="007D80"/>
                </a:solidFill>
                <a:latin typeface="Apple SD Gothic Neo"/>
                <a:ea typeface="Apple SD Gothic Neo"/>
                <a:cs typeface="Apple SD Gothic Neo"/>
              </a:rPr>
              <a:t>주행 중</a:t>
            </a:r>
          </a:p>
        </p:txBody>
      </p:sp>
      <p:sp>
        <p:nvSpPr>
          <p:cNvPr id="16" name="직사각형 15">
            <a:extLst>
              <a:ext uri="{FF2B5EF4-FFF2-40B4-BE49-F238E27FC236}">
                <a16:creationId xmlns:a16="http://schemas.microsoft.com/office/drawing/2014/main" id="{44DAC423-5164-4460-B631-57B920FF1399}"/>
              </a:ext>
            </a:extLst>
          </p:cNvPr>
          <p:cNvSpPr>
            <a:spLocks noGrp="1"/>
          </p:cNvSpPr>
          <p:nvPr/>
        </p:nvSpPr>
        <p:spPr>
          <a:xfrm>
            <a:off x="9953625" y="3114675"/>
            <a:ext cx="4524375" cy="1333500"/>
          </a:xfrm>
          <a:prstGeom prst="rect">
            <a:avLst/>
          </a:prstGeom>
          <a:noFill/>
          <a:ln w="0">
            <a:noFill/>
          </a:ln>
        </p:spPr>
        <p:txBody>
          <a:bodyPr lIns="0" tIns="0" rIns="0" bIns="0">
            <a:noAutofit/>
          </a:bodyPr>
          <a:lstStyle>
            <a:defPPr algn="l">
              <a:defRPr sz="2325" b="0">
                <a:solidFill>
                  <a:srgbClr val="102A35"/>
                </a:solidFill>
                <a:latin typeface="Apple SD Gothic Neo"/>
                <a:ea typeface="Apple SD Gothic Neo"/>
                <a:cs typeface="Apple SD Gothic Neo"/>
              </a:defRPr>
            </a:defPPr>
          </a:lstStyle>
          <a:p>
            <a:pPr algn="l">
              <a:lnSpc>
                <a:spcPct val="105000"/>
              </a:lnSpc>
              <a:buNone/>
              <a:defRPr sz="2325" b="0">
                <a:solidFill>
                  <a:srgbClr val="102A35"/>
                </a:solidFill>
                <a:latin typeface="Apple SD Gothic Neo"/>
                <a:ea typeface="Apple SD Gothic Neo"/>
                <a:cs typeface="Apple SD Gothic Neo"/>
              </a:defRPr>
            </a:pPr>
            <a:r>
              <a:rPr sz="2325" b="0">
                <a:solidFill>
                  <a:srgbClr val="102A35"/>
                </a:solidFill>
                <a:latin typeface="Apple SD Gothic Neo"/>
                <a:ea typeface="Apple SD Gothic Neo"/>
                <a:cs typeface="Apple SD Gothic Neo"/>
              </a:rPr>
              <a:t>순찰 경로</a:t>
            </a:r>
          </a:p>
          <a:p>
            <a:pPr algn="l">
              <a:lnSpc>
                <a:spcPct val="105000"/>
              </a:lnSpc>
              <a:buNone/>
              <a:defRPr sz="2325" b="0">
                <a:solidFill>
                  <a:srgbClr val="102A35"/>
                </a:solidFill>
                <a:latin typeface="Apple SD Gothic Neo"/>
                <a:ea typeface="Apple SD Gothic Neo"/>
                <a:cs typeface="Apple SD Gothic Neo"/>
              </a:defRPr>
            </a:pPr>
            <a:r>
              <a:rPr sz="2325" b="0">
                <a:solidFill>
                  <a:srgbClr val="102A35"/>
                </a:solidFill>
                <a:latin typeface="Apple SD Gothic Neo"/>
                <a:ea typeface="Apple SD Gothic Neo"/>
                <a:cs typeface="Apple SD Gothic Neo"/>
              </a:rPr>
              <a:t>장비 연결 상태</a:t>
            </a:r>
          </a:p>
          <a:p>
            <a:pPr algn="l">
              <a:lnSpc>
                <a:spcPct val="105000"/>
              </a:lnSpc>
              <a:buNone/>
              <a:defRPr sz="2325" b="0">
                <a:solidFill>
                  <a:srgbClr val="102A35"/>
                </a:solidFill>
                <a:latin typeface="Apple SD Gothic Neo"/>
                <a:ea typeface="Apple SD Gothic Neo"/>
                <a:cs typeface="Apple SD Gothic Neo"/>
              </a:defRPr>
            </a:pPr>
            <a:r>
              <a:rPr sz="2325" b="0">
                <a:solidFill>
                  <a:srgbClr val="102A35"/>
                </a:solidFill>
                <a:latin typeface="Apple SD Gothic Neo"/>
                <a:ea typeface="Apple SD Gothic Neo"/>
                <a:cs typeface="Apple SD Gothic Neo"/>
              </a:rPr>
              <a:t>안전 정차 안내</a:t>
            </a:r>
          </a:p>
        </p:txBody>
      </p:sp>
      <p:sp>
        <p:nvSpPr>
          <p:cNvPr id="17" name="직사각형 16">
            <a:extLst>
              <a:ext uri="{FF2B5EF4-FFF2-40B4-BE49-F238E27FC236}">
                <a16:creationId xmlns:a16="http://schemas.microsoft.com/office/drawing/2014/main" id="{AD0DD4EB-6212-49CF-8A3E-1D759FE21CF0}"/>
              </a:ext>
            </a:extLst>
          </p:cNvPr>
          <p:cNvSpPr>
            <a:spLocks noGrp="1"/>
          </p:cNvSpPr>
          <p:nvPr/>
        </p:nvSpPr>
        <p:spPr>
          <a:xfrm>
            <a:off x="9953625" y="4924425"/>
            <a:ext cx="4524375" cy="523875"/>
          </a:xfrm>
          <a:prstGeom prst="rect">
            <a:avLst/>
          </a:prstGeom>
          <a:noFill/>
          <a:ln w="0">
            <a:noFill/>
          </a:ln>
        </p:spPr>
        <p:txBody>
          <a:bodyPr lIns="0" tIns="0" rIns="0" bIns="0">
            <a:noAutofit/>
          </a:bodyPr>
          <a:lstStyle>
            <a:defPPr algn="l">
              <a:defRPr sz="2775" b="1">
                <a:solidFill>
                  <a:srgbClr val="007D80"/>
                </a:solidFill>
                <a:latin typeface="Apple SD Gothic Neo"/>
                <a:ea typeface="Apple SD Gothic Neo"/>
                <a:cs typeface="Apple SD Gothic Neo"/>
              </a:defRPr>
            </a:defPPr>
          </a:lstStyle>
          <a:p>
            <a:pPr algn="l">
              <a:lnSpc>
                <a:spcPct val="105000"/>
              </a:lnSpc>
              <a:buNone/>
              <a:defRPr sz="2775" b="1">
                <a:solidFill>
                  <a:srgbClr val="007D80"/>
                </a:solidFill>
                <a:latin typeface="Apple SD Gothic Neo"/>
                <a:ea typeface="Apple SD Gothic Neo"/>
                <a:cs typeface="Apple SD Gothic Neo"/>
              </a:defRPr>
            </a:pPr>
            <a:r>
              <a:rPr sz="2775" b="1">
                <a:solidFill>
                  <a:srgbClr val="007D80"/>
                </a:solidFill>
                <a:latin typeface="Apple SD Gothic Neo"/>
                <a:ea typeface="Apple SD Gothic Neo"/>
                <a:cs typeface="Apple SD Gothic Neo"/>
              </a:rPr>
              <a:t>정차 후</a:t>
            </a:r>
          </a:p>
        </p:txBody>
      </p:sp>
      <p:sp>
        <p:nvSpPr>
          <p:cNvPr id="18" name="직사각형 17">
            <a:extLst>
              <a:ext uri="{FF2B5EF4-FFF2-40B4-BE49-F238E27FC236}">
                <a16:creationId xmlns:a16="http://schemas.microsoft.com/office/drawing/2014/main" id="{1EE82963-E3F6-4604-99FD-B212DCAB2872}"/>
              </a:ext>
            </a:extLst>
          </p:cNvPr>
          <p:cNvSpPr>
            <a:spLocks noGrp="1"/>
          </p:cNvSpPr>
          <p:nvPr/>
        </p:nvSpPr>
        <p:spPr>
          <a:xfrm>
            <a:off x="9953625" y="5629275"/>
            <a:ext cx="4524375" cy="1066800"/>
          </a:xfrm>
          <a:prstGeom prst="rect">
            <a:avLst/>
          </a:prstGeom>
          <a:noFill/>
          <a:ln w="0">
            <a:noFill/>
          </a:ln>
        </p:spPr>
        <p:txBody>
          <a:bodyPr lIns="0" tIns="0" rIns="0" bIns="0">
            <a:noAutofit/>
          </a:bodyPr>
          <a:lstStyle>
            <a:defPPr algn="l">
              <a:defRPr sz="2325" b="0">
                <a:solidFill>
                  <a:srgbClr val="102A35"/>
                </a:solidFill>
                <a:latin typeface="Apple SD Gothic Neo"/>
                <a:ea typeface="Apple SD Gothic Neo"/>
                <a:cs typeface="Apple SD Gothic Neo"/>
              </a:defRPr>
            </a:defPPr>
          </a:lstStyle>
          <a:p>
            <a:pPr algn="l">
              <a:lnSpc>
                <a:spcPct val="105000"/>
              </a:lnSpc>
              <a:buNone/>
              <a:defRPr sz="2325" b="0">
                <a:solidFill>
                  <a:srgbClr val="102A35"/>
                </a:solidFill>
                <a:latin typeface="Apple SD Gothic Neo"/>
                <a:ea typeface="Apple SD Gothic Neo"/>
                <a:cs typeface="Apple SD Gothic Neo"/>
              </a:defRPr>
            </a:pPr>
            <a:r>
              <a:rPr sz="2325" b="0">
                <a:solidFill>
                  <a:srgbClr val="102A35"/>
                </a:solidFill>
                <a:latin typeface="Apple SD Gothic Neo"/>
                <a:ea typeface="Apple SD Gothic Neo"/>
                <a:cs typeface="Apple SD Gothic Neo"/>
              </a:rPr>
              <a:t>회차 비교와 품질 상태</a:t>
            </a:r>
          </a:p>
          <a:p>
            <a:pPr algn="l">
              <a:lnSpc>
                <a:spcPct val="105000"/>
              </a:lnSpc>
              <a:buNone/>
              <a:defRPr sz="2325" b="0">
                <a:solidFill>
                  <a:srgbClr val="102A35"/>
                </a:solidFill>
                <a:latin typeface="Apple SD Gothic Neo"/>
                <a:ea typeface="Apple SD Gothic Neo"/>
                <a:cs typeface="Apple SD Gothic Neo"/>
              </a:defRPr>
            </a:pPr>
            <a:r>
              <a:rPr sz="2325" b="0">
                <a:solidFill>
                  <a:srgbClr val="102A35"/>
                </a:solidFill>
                <a:latin typeface="Apple SD Gothic Neo"/>
                <a:ea typeface="Apple SD Gothic Neo"/>
                <a:cs typeface="Apple SD Gothic Neo"/>
              </a:rPr>
              <a:t>현장 점검 작업 목록</a:t>
            </a:r>
          </a:p>
        </p:txBody>
      </p:sp>
      <p:sp>
        <p:nvSpPr>
          <p:cNvPr id="19" name="직사각형 18">
            <a:extLst>
              <a:ext uri="{FF2B5EF4-FFF2-40B4-BE49-F238E27FC236}">
                <a16:creationId xmlns:a16="http://schemas.microsoft.com/office/drawing/2014/main" id="{3FF7614C-3C2D-43AC-9EBD-4992A420D02B}"/>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[가설] 설명용 화면 개념도 · 앱 등록·허용 UI·차량 데이터·관제 API는 추가 확인</a:t>
            </a:r>
          </a:p>
        </p:txBody>
      </p:sp>
    </p:spTree>
    <p:extLst>
      <p:ext uri="{BB962C8B-B14F-4D97-AF65-F5344CB8AC3E}">
        <p14:creationId xmlns:p14="http://schemas.microsoft.com/office/powerpoint/2010/main" val="721582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2A89AF08-E6FD-4BFE-ACF7-FA1C4CF36D37}"/>
              </a:ext>
            </a:extLst>
          </p:cNvPr>
          <p:cNvSpPr>
            <a:spLocks noGrp="1"/>
          </p:cNvSpPr>
          <p:nvPr/>
        </p:nvSpPr>
        <p:spPr>
          <a:xfrm>
            <a:off x="533400" y="400050"/>
            <a:ext cx="11430000" cy="381000"/>
          </a:xfrm>
          <a:prstGeom prst="rect">
            <a:avLst/>
          </a:prstGeom>
          <a:noFill/>
          <a:ln w="0">
            <a:noFill/>
          </a:ln>
        </p:spPr>
        <p:txBody>
          <a:bodyPr lIns="0" tIns="0" rIns="0" bIns="0">
            <a:noAutofit/>
          </a:bodyPr>
          <a:lstStyle>
            <a:defPPr algn="l">
              <a:defRPr sz="1725" b="1">
                <a:solidFill>
                  <a:srgbClr val="A9F2CE"/>
                </a:solidFill>
                <a:latin typeface="Apple SD Gothic Neo"/>
                <a:ea typeface="Apple SD Gothic Neo"/>
                <a:cs typeface="Apple SD Gothic Neo"/>
              </a:defRPr>
            </a:defPPr>
          </a:lstStyle>
          <a:p>
            <a:pPr algn="l">
              <a:lnSpc>
                <a:spcPct val="105000"/>
              </a:lnSpc>
              <a:buNone/>
              <a:defRPr sz="1725" b="1">
                <a:solidFill>
                  <a:srgbClr val="A9F2CE"/>
                </a:solidFill>
                <a:latin typeface="Apple SD Gothic Neo"/>
                <a:ea typeface="Apple SD Gothic Neo"/>
                <a:cs typeface="Apple SD Gothic Neo"/>
              </a:defRPr>
            </a:pPr>
            <a:r>
              <a:rPr sz="1725" b="1">
                <a:solidFill>
                  <a:srgbClr val="A9F2CE"/>
                </a:solidFill>
                <a:latin typeface="Apple SD Gothic Neo"/>
                <a:ea typeface="Apple SD Gothic Neo"/>
                <a:cs typeface="Apple SD Gothic Neo"/>
              </a:rPr>
              <a:t>GROUNDWATCH / 03</a:t>
            </a:r>
          </a:p>
        </p:txBody>
      </p:sp>
      <p:sp>
        <p:nvSpPr>
          <p:cNvPr id="2" name="직사각형 1">
            <a:extLst>
              <a:ext uri="{FF2B5EF4-FFF2-40B4-BE49-F238E27FC236}">
                <a16:creationId xmlns:a16="http://schemas.microsoft.com/office/drawing/2014/main" id="{A8458C47-726A-46B5-A29E-22226A6D955D}"/>
              </a:ext>
            </a:extLst>
          </p:cNvPr>
          <p:cNvSpPr>
            <a:spLocks noGrp="1"/>
          </p:cNvSpPr>
          <p:nvPr/>
        </p:nvSpPr>
        <p:spPr>
          <a:xfrm>
            <a:off x="9810750" y="1666875"/>
            <a:ext cx="4857750" cy="4667250"/>
          </a:xfrm>
          <a:prstGeom prst="rect">
            <a:avLst/>
          </a:prstGeom>
          <a:noFill/>
          <a:ln w="0">
            <a:noFill/>
          </a:ln>
        </p:spPr>
        <p:txBody>
          <a:bodyPr lIns="0" tIns="0" rIns="0" bIns="0">
            <a:noAutofit/>
          </a:bodyPr>
          <a:lstStyle>
            <a:defPPr algn="r">
              <a:defRPr sz="22500" b="1">
                <a:solidFill>
                  <a:srgbClr val="153C46"/>
                </a:solidFill>
                <a:latin typeface="Apple SD Gothic Neo"/>
                <a:ea typeface="Apple SD Gothic Neo"/>
                <a:cs typeface="Apple SD Gothic Neo"/>
              </a:defRPr>
            </a:defPPr>
          </a:lstStyle>
          <a:p>
            <a:pPr algn="r">
              <a:lnSpc>
                <a:spcPct val="105000"/>
              </a:lnSpc>
              <a:buNone/>
              <a:defRPr sz="22500" b="1">
                <a:solidFill>
                  <a:srgbClr val="153C46"/>
                </a:solidFill>
                <a:latin typeface="Apple SD Gothic Neo"/>
                <a:ea typeface="Apple SD Gothic Neo"/>
                <a:cs typeface="Apple SD Gothic Neo"/>
              </a:defRPr>
            </a:pPr>
            <a:r>
              <a:rPr sz="22500" b="1">
                <a:solidFill>
                  <a:srgbClr val="153C46"/>
                </a:solidFill>
                <a:latin typeface="Apple SD Gothic Neo"/>
                <a:ea typeface="Apple SD Gothic Neo"/>
                <a:cs typeface="Apple SD Gothic Neo"/>
              </a:rPr>
              <a:t>03</a:t>
            </a:r>
          </a:p>
        </p:txBody>
      </p:sp>
      <p:sp>
        <p:nvSpPr>
          <p:cNvPr id="3" name="직사각형 2">
            <a:extLst>
              <a:ext uri="{FF2B5EF4-FFF2-40B4-BE49-F238E27FC236}">
                <a16:creationId xmlns:a16="http://schemas.microsoft.com/office/drawing/2014/main" id="{087979A2-BC84-4D17-AD9D-2E1ABDEC47E7}"/>
              </a:ext>
            </a:extLst>
          </p:cNvPr>
          <p:cNvSpPr>
            <a:spLocks noGrp="1"/>
          </p:cNvSpPr>
          <p:nvPr/>
        </p:nvSpPr>
        <p:spPr>
          <a:xfrm>
            <a:off x="533400" y="2686050"/>
            <a:ext cx="11334750" cy="2190750"/>
          </a:xfrm>
          <a:prstGeom prst="rect">
            <a:avLst/>
          </a:prstGeom>
          <a:noFill/>
          <a:ln w="0">
            <a:noFill/>
          </a:ln>
        </p:spPr>
        <p:txBody>
          <a:bodyPr lIns="0" tIns="0" rIns="0" bIns="0">
            <a:noAutofit/>
          </a:bodyPr>
          <a:lstStyle>
            <a:defPPr algn="l">
              <a:defRPr sz="6225" b="1">
                <a:solidFill>
                  <a:srgbClr val="FFFFFF"/>
                </a:solidFill>
                <a:latin typeface="Apple SD Gothic Neo"/>
                <a:ea typeface="Apple SD Gothic Neo"/>
                <a:cs typeface="Apple SD Gothic Neo"/>
              </a:defRPr>
            </a:defPPr>
          </a:lstStyle>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변화를 현장에서</a:t>
            </a:r>
          </a:p>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확인하는 기술자</a:t>
            </a:r>
          </a:p>
        </p:txBody>
      </p:sp>
      <p:sp>
        <p:nvSpPr>
          <p:cNvPr id="4" name="직사각형 3">
            <a:extLst>
              <a:ext uri="{FF2B5EF4-FFF2-40B4-BE49-F238E27FC236}">
                <a16:creationId xmlns:a16="http://schemas.microsoft.com/office/drawing/2014/main" id="{8ECA673F-D755-46AF-BA4E-0C068B8E423C}"/>
              </a:ext>
            </a:extLst>
          </p:cNvPr>
          <p:cNvSpPr>
            <a:spLocks noGrp="1"/>
          </p:cNvSpPr>
          <p:nvPr/>
        </p:nvSpPr>
        <p:spPr>
          <a:xfrm>
            <a:off x="571500" y="5572125"/>
            <a:ext cx="10477500" cy="952500"/>
          </a:xfrm>
          <a:prstGeom prst="rect">
            <a:avLst/>
          </a:prstGeom>
          <a:noFill/>
          <a:ln w="0">
            <a:noFill/>
          </a:ln>
        </p:spPr>
        <p:txBody>
          <a:bodyPr lIns="0" tIns="0" rIns="0" bIns="0">
            <a:noAutofit/>
          </a:bodyPr>
          <a:lstStyle>
            <a:defPPr algn="l">
              <a:defRPr sz="2400" b="0">
                <a:solidFill>
                  <a:srgbClr val="A9F2CE"/>
                </a:solidFill>
                <a:latin typeface="Apple SD Gothic Neo"/>
                <a:ea typeface="Apple SD Gothic Neo"/>
                <a:cs typeface="Apple SD Gothic Neo"/>
              </a:defRPr>
            </a:defPPr>
          </a:lstStyle>
          <a:p>
            <a:pPr algn="l">
              <a:lnSpc>
                <a:spcPct val="105000"/>
              </a:lnSpc>
              <a:buNone/>
              <a:defRPr sz="2400" b="0">
                <a:solidFill>
                  <a:srgbClr val="A9F2CE"/>
                </a:solidFill>
                <a:latin typeface="Apple SD Gothic Neo"/>
                <a:ea typeface="Apple SD Gothic Neo"/>
                <a:cs typeface="Apple SD Gothic Neo"/>
              </a:defRPr>
            </a:pPr>
            <a:r>
              <a:rPr sz="2400" b="0">
                <a:solidFill>
                  <a:srgbClr val="A9F2CE"/>
                </a:solidFill>
                <a:latin typeface="Apple SD Gothic Neo"/>
                <a:ea typeface="Apple SD Gothic Neo"/>
                <a:cs typeface="Apple SD Gothic Neo"/>
              </a:rPr>
              <a:t>차량의 탐사 결과를 수동 재탐사와 조치 기록으로 연결합니다</a:t>
            </a:r>
          </a:p>
        </p:txBody>
      </p:sp>
      <p:sp>
        <p:nvSpPr>
          <p:cNvPr id="5" name="직사각형 4">
            <a:extLst>
              <a:ext uri="{FF2B5EF4-FFF2-40B4-BE49-F238E27FC236}">
                <a16:creationId xmlns:a16="http://schemas.microsoft.com/office/drawing/2014/main" id="{56FFA89F-3762-46C7-9C95-7240F36B6E21}"/>
              </a:ext>
            </a:extLst>
          </p:cNvPr>
          <p:cNvSpPr>
            <a:spLocks noGrp="1"/>
          </p:cNvSpPr>
          <p:nvPr/>
        </p:nvSpPr>
        <p:spPr>
          <a:xfrm>
            <a:off x="533400" y="8096250"/>
            <a:ext cx="11430000" cy="285750"/>
          </a:xfrm>
          <a:prstGeom prst="rect">
            <a:avLst/>
          </a:prstGeom>
          <a:noFill/>
          <a:ln w="0">
            <a:noFill/>
          </a:ln>
        </p:spPr>
        <p:txBody>
          <a:bodyPr lIns="0" tIns="0" rIns="0" bIns="0">
            <a:noAutofit/>
          </a:bodyPr>
          <a:lstStyle>
            <a:defPPr algn="l">
              <a:defRPr sz="1350" b="0">
                <a:solidFill>
                  <a:srgbClr val="89A3A4"/>
                </a:solidFill>
                <a:latin typeface="Apple SD Gothic Neo"/>
                <a:ea typeface="Apple SD Gothic Neo"/>
                <a:cs typeface="Apple SD Gothic Neo"/>
              </a:defRPr>
            </a:defPPr>
          </a:lstStyle>
          <a:p>
            <a:pPr algn="l">
              <a:lnSpc>
                <a:spcPct val="105000"/>
              </a:lnSpc>
              <a:buNone/>
              <a:defRPr sz="1350" b="0">
                <a:solidFill>
                  <a:srgbClr val="89A3A4"/>
                </a:solidFill>
                <a:latin typeface="Apple SD Gothic Neo"/>
                <a:ea typeface="Apple SD Gothic Neo"/>
                <a:cs typeface="Apple SD Gothic Neo"/>
              </a:defRPr>
            </a:pPr>
            <a:r>
              <a:rPr sz="1350" b="0">
                <a:solidFill>
                  <a:srgbClr val="89A3A4"/>
                </a:solidFill>
                <a:latin typeface="Apple SD Gothic Neo"/>
                <a:ea typeface="Apple SD Gothic Neo"/>
                <a:cs typeface="Apple SD Gothic Neo"/>
              </a:rPr>
              <a:t>PV5 지하안전 순찰차</a:t>
            </a:r>
          </a:p>
        </p:txBody>
      </p:sp>
    </p:spTree>
    <p:extLst>
      <p:ext uri="{BB962C8B-B14F-4D97-AF65-F5344CB8AC3E}">
        <p14:creationId xmlns:p14="http://schemas.microsoft.com/office/powerpoint/2010/main" val="1745946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657798EB-A7C7-4533-97B0-0C87F47BBC9F}"/>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4009EE85-66ED-4746-A36A-74D5126CC76C}"/>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현장 재확인</a:t>
            </a:r>
          </a:p>
        </p:txBody>
      </p:sp>
      <p:sp>
        <p:nvSpPr>
          <p:cNvPr id="3" name="직사각형 2">
            <a:extLst>
              <a:ext uri="{FF2B5EF4-FFF2-40B4-BE49-F238E27FC236}">
                <a16:creationId xmlns:a16="http://schemas.microsoft.com/office/drawing/2014/main" id="{CA5891EF-69F2-4A47-85C6-D0E1C94A70C0}"/>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CBD1392C-00E7-486B-9E3C-0CB4AD5A3ACC}"/>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AR은 현장 재탐사 위치를 안내합니다</a:t>
            </a:r>
          </a:p>
        </p:txBody>
      </p:sp>
      <p:sp>
        <p:nvSpPr>
          <p:cNvPr id="5" name="직사각형 4">
            <a:extLst>
              <a:ext uri="{FF2B5EF4-FFF2-40B4-BE49-F238E27FC236}">
                <a16:creationId xmlns:a16="http://schemas.microsoft.com/office/drawing/2014/main" id="{0A06D71D-D803-47A8-863C-8431EDBF0105}"/>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03</a:t>
            </a:r>
          </a:p>
        </p:txBody>
      </p:sp>
      <p:sp>
        <p:nvSpPr>
          <p:cNvPr id="6" name="직사각형 5">
            <a:extLst>
              <a:ext uri="{FF2B5EF4-FFF2-40B4-BE49-F238E27FC236}">
                <a16:creationId xmlns:a16="http://schemas.microsoft.com/office/drawing/2014/main" id="{C980ADE9-3D7B-44F9-B3AC-0F54BCF0C10F}"/>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93761D19-727E-418C-B503-D90008B9D193}"/>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17</a:t>
            </a:r>
          </a:p>
        </p:txBody>
      </p:sp>
      <p:pic>
        <p:nvPicPr>
          <p:cNvPr id="8" name="그림 7">
            <a:extLst>
              <a:ext uri="{FF2B5EF4-FFF2-40B4-BE49-F238E27FC236}">
                <a16:creationId xmlns:a16="http://schemas.microsoft.com/office/drawing/2014/main" id="{AAF9C6A0-DD95-47FA-B6B2-1F9A4A20EABC}"/>
              </a:ext>
            </a:extLst>
          </p:cNvPr>
          <p:cNvPicPr>
            <a:picLocks noChangeAspect="1"/>
          </p:cNvPicPr>
          <p:nvPr/>
        </p:nvPicPr>
        <p:blipFill>
          <a:blip r:embed="rId3"/>
          <a:srcRect t="4285" b="4285"/>
          <a:stretch>
            <a:fillRect/>
          </a:stretch>
        </p:blipFill>
        <p:spPr>
          <a:xfrm>
            <a:off x="457200" y="2095500"/>
            <a:ext cx="9810750" cy="5048250"/>
          </a:xfrm>
          <a:prstGeom prst="rect">
            <a:avLst/>
          </a:prstGeom>
        </p:spPr>
      </p:pic>
      <p:sp>
        <p:nvSpPr>
          <p:cNvPr id="9" name="직사각형 8">
            <a:extLst>
              <a:ext uri="{FF2B5EF4-FFF2-40B4-BE49-F238E27FC236}">
                <a16:creationId xmlns:a16="http://schemas.microsoft.com/office/drawing/2014/main" id="{0D3F9620-0C26-4711-814F-43044CA7255C}"/>
              </a:ext>
            </a:extLst>
          </p:cNvPr>
          <p:cNvSpPr>
            <a:spLocks noGrp="1"/>
          </p:cNvSpPr>
          <p:nvPr/>
        </p:nvSpPr>
        <p:spPr>
          <a:xfrm>
            <a:off x="10668000" y="2352675"/>
            <a:ext cx="4000500" cy="809625"/>
          </a:xfrm>
          <a:prstGeom prst="rect">
            <a:avLst/>
          </a:prstGeom>
          <a:noFill/>
          <a:ln w="0">
            <a:noFill/>
          </a:ln>
        </p:spPr>
        <p:txBody>
          <a:bodyPr lIns="0" tIns="0" rIns="0" bIns="0">
            <a:noAutofit/>
          </a:bodyPr>
          <a:lstStyle>
            <a:defPPr algn="l">
              <a:defRPr sz="2850" b="1">
                <a:solidFill>
                  <a:srgbClr val="007D80"/>
                </a:solidFill>
                <a:latin typeface="Apple SD Gothic Neo"/>
                <a:ea typeface="Apple SD Gothic Neo"/>
                <a:cs typeface="Apple SD Gothic Neo"/>
              </a:defRPr>
            </a:defPPr>
          </a:lstStyle>
          <a:p>
            <a:pPr algn="l">
              <a:lnSpc>
                <a:spcPct val="105000"/>
              </a:lnSpc>
              <a:buNone/>
              <a:defRPr sz="2850" b="1">
                <a:solidFill>
                  <a:srgbClr val="007D80"/>
                </a:solidFill>
                <a:latin typeface="Apple SD Gothic Neo"/>
                <a:ea typeface="Apple SD Gothic Neo"/>
                <a:cs typeface="Apple SD Gothic Neo"/>
              </a:defRPr>
            </a:pPr>
            <a:r>
              <a:rPr sz="2850" b="1">
                <a:solidFill>
                  <a:srgbClr val="007D80"/>
                </a:solidFill>
                <a:latin typeface="Apple SD Gothic Neo"/>
                <a:ea typeface="Apple SD Gothic Neo"/>
                <a:cs typeface="Apple SD Gothic Neo"/>
              </a:rPr>
              <a:t>현장에 표시할 정보</a:t>
            </a:r>
          </a:p>
        </p:txBody>
      </p:sp>
      <p:sp>
        <p:nvSpPr>
          <p:cNvPr id="10" name="직사각형 9">
            <a:extLst>
              <a:ext uri="{FF2B5EF4-FFF2-40B4-BE49-F238E27FC236}">
                <a16:creationId xmlns:a16="http://schemas.microsoft.com/office/drawing/2014/main" id="{61964268-131E-4EC9-8638-D5F4893C517C}"/>
              </a:ext>
            </a:extLst>
          </p:cNvPr>
          <p:cNvSpPr>
            <a:spLocks noGrp="1"/>
          </p:cNvSpPr>
          <p:nvPr/>
        </p:nvSpPr>
        <p:spPr>
          <a:xfrm>
            <a:off x="10668000" y="3648075"/>
            <a:ext cx="3952875" cy="2676525"/>
          </a:xfrm>
          <a:prstGeom prst="rect">
            <a:avLst/>
          </a:prstGeom>
          <a:noFill/>
          <a:ln w="0">
            <a:noFill/>
          </a:ln>
        </p:spPr>
        <p:txBody>
          <a:bodyPr lIns="0" tIns="0" rIns="0" bIns="0">
            <a:noAutofit/>
          </a:bodyPr>
          <a:lstStyle>
            <a:defPPr algn="l">
              <a:defRPr sz="2175" b="0">
                <a:solidFill>
                  <a:srgbClr val="102A35"/>
                </a:solidFill>
                <a:latin typeface="Apple SD Gothic Neo"/>
                <a:ea typeface="Apple SD Gothic Neo"/>
                <a:cs typeface="Apple SD Gothic Neo"/>
              </a:defRPr>
            </a:defPPr>
          </a:lstStyle>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이전 회차의 의심 위치</a:t>
            </a:r>
          </a:p>
          <a:p>
            <a:endParaRPr sz="2175" b="0">
              <a:solidFill>
                <a:srgbClr val="102A35"/>
              </a:solidFill>
              <a:latin typeface="Apple SD Gothic Neo"/>
              <a:ea typeface="Apple SD Gothic Neo"/>
              <a:cs typeface="Apple SD Gothic Neo"/>
            </a:endParaRPr>
          </a:p>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마커와 정합 상태</a:t>
            </a:r>
          </a:p>
          <a:p>
            <a:endParaRPr sz="2175" b="0">
              <a:solidFill>
                <a:srgbClr val="102A35"/>
              </a:solidFill>
              <a:latin typeface="Apple SD Gothic Neo"/>
              <a:ea typeface="Apple SD Gothic Neo"/>
              <a:cs typeface="Apple SD Gothic Neo"/>
            </a:endParaRPr>
          </a:p>
          <a:p>
            <a:pPr algn="l">
              <a:lnSpc>
                <a:spcPct val="105000"/>
              </a:lnSpc>
              <a:buNone/>
              <a:defRPr sz="2175" b="0">
                <a:solidFill>
                  <a:srgbClr val="102A35"/>
                </a:solidFill>
                <a:latin typeface="Apple SD Gothic Neo"/>
                <a:ea typeface="Apple SD Gothic Neo"/>
                <a:cs typeface="Apple SD Gothic Neo"/>
              </a:defRPr>
            </a:pPr>
            <a:r>
              <a:rPr sz="2175" b="0">
                <a:solidFill>
                  <a:srgbClr val="102A35"/>
                </a:solidFill>
                <a:latin typeface="Apple SD Gothic Neo"/>
                <a:ea typeface="Apple SD Gothic Neo"/>
                <a:cs typeface="Apple SD Gothic Neo"/>
              </a:rPr>
              <a:t>수동 GPR 탐사 범위</a:t>
            </a:r>
          </a:p>
        </p:txBody>
      </p:sp>
      <p:sp>
        <p:nvSpPr>
          <p:cNvPr id="11" name="직사각형 10">
            <a:extLst>
              <a:ext uri="{FF2B5EF4-FFF2-40B4-BE49-F238E27FC236}">
                <a16:creationId xmlns:a16="http://schemas.microsoft.com/office/drawing/2014/main" id="{1298E236-6D59-4D43-A68F-CE504C1F38D5}"/>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[실증 필요] 위치 오차가 허용 범위를 넘으면 마커로 재확인 · AI 생성 현장 콘셉트</a:t>
            </a:r>
          </a:p>
        </p:txBody>
      </p:sp>
    </p:spTree>
    <p:extLst>
      <p:ext uri="{BB962C8B-B14F-4D97-AF65-F5344CB8AC3E}">
        <p14:creationId xmlns:p14="http://schemas.microsoft.com/office/powerpoint/2010/main" val="1449700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7E22588D-F82F-4711-9FB0-27A581CEC524}"/>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38639F19-28B5-47BE-9C39-7181AB55B617}"/>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현장 판단</a:t>
            </a:r>
          </a:p>
        </p:txBody>
      </p:sp>
      <p:sp>
        <p:nvSpPr>
          <p:cNvPr id="3" name="직사각형 2">
            <a:extLst>
              <a:ext uri="{FF2B5EF4-FFF2-40B4-BE49-F238E27FC236}">
                <a16:creationId xmlns:a16="http://schemas.microsoft.com/office/drawing/2014/main" id="{B6FD1845-9919-4A94-92C5-0656B47BC177}"/>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A455A731-C596-4D0D-A870-CAA32701A0FA}"/>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후보·판단·조치를 구분하는 책임 체계</a:t>
            </a:r>
          </a:p>
        </p:txBody>
      </p:sp>
      <p:sp>
        <p:nvSpPr>
          <p:cNvPr id="5" name="직사각형 4">
            <a:extLst>
              <a:ext uri="{FF2B5EF4-FFF2-40B4-BE49-F238E27FC236}">
                <a16:creationId xmlns:a16="http://schemas.microsoft.com/office/drawing/2014/main" id="{A5585EDC-0955-457A-BD0B-13850CBE0271}"/>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007D80"/>
                </a:solidFill>
                <a:latin typeface="Apple SD Gothic Neo"/>
                <a:ea typeface="Apple SD Gothic Neo"/>
                <a:cs typeface="Apple SD Gothic Neo"/>
              </a:defRPr>
            </a:defPPr>
          </a:lstStyle>
          <a:p>
            <a:pPr algn="l">
              <a:lnSpc>
                <a:spcPct val="105000"/>
              </a:lnSpc>
              <a:buNone/>
              <a:defRPr sz="1650" b="1">
                <a:solidFill>
                  <a:srgbClr val="007D80"/>
                </a:solidFill>
                <a:latin typeface="Apple SD Gothic Neo"/>
                <a:ea typeface="Apple SD Gothic Neo"/>
                <a:cs typeface="Apple SD Gothic Neo"/>
              </a:defRPr>
            </a:pPr>
            <a:r>
              <a:rPr sz="1650" b="1">
                <a:solidFill>
                  <a:srgbClr val="007D80"/>
                </a:solidFill>
                <a:latin typeface="Apple SD Gothic Neo"/>
                <a:ea typeface="Apple SD Gothic Neo"/>
                <a:cs typeface="Apple SD Gothic Neo"/>
              </a:rPr>
              <a:t>IDEA 03</a:t>
            </a:r>
          </a:p>
        </p:txBody>
      </p:sp>
      <p:sp>
        <p:nvSpPr>
          <p:cNvPr id="6" name="직사각형 5">
            <a:extLst>
              <a:ext uri="{FF2B5EF4-FFF2-40B4-BE49-F238E27FC236}">
                <a16:creationId xmlns:a16="http://schemas.microsoft.com/office/drawing/2014/main" id="{66B80474-A0D9-488E-9DDC-B2164E58E613}"/>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C41AB968-5B37-434F-A21B-8CD3F7522E09}"/>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18</a:t>
            </a:r>
          </a:p>
        </p:txBody>
      </p:sp>
      <p:sp>
        <p:nvSpPr>
          <p:cNvPr id="8" name="직사각형 7">
            <a:extLst>
              <a:ext uri="{FF2B5EF4-FFF2-40B4-BE49-F238E27FC236}">
                <a16:creationId xmlns:a16="http://schemas.microsoft.com/office/drawing/2014/main" id="{E280422E-3BD5-47CF-B3D4-73628064BFE7}"/>
              </a:ext>
            </a:extLst>
          </p:cNvPr>
          <p:cNvSpPr>
            <a:spLocks noGrp="1"/>
          </p:cNvSpPr>
          <p:nvPr/>
        </p:nvSpPr>
        <p:spPr>
          <a:xfrm>
            <a:off x="533400" y="2181225"/>
            <a:ext cx="3524250" cy="600075"/>
          </a:xfrm>
          <a:prstGeom prst="rect">
            <a:avLst/>
          </a:prstGeom>
          <a:noFill/>
          <a:ln w="0">
            <a:noFill/>
          </a:ln>
        </p:spPr>
        <p:txBody>
          <a:bodyPr lIns="0" tIns="0" rIns="0" bIns="0">
            <a:noAutofit/>
          </a:bodyPr>
          <a:lstStyle>
            <a:defPPr algn="l">
              <a:defRPr sz="3300" b="1">
                <a:solidFill>
                  <a:srgbClr val="007D80"/>
                </a:solidFill>
                <a:latin typeface="Apple SD Gothic Neo"/>
                <a:ea typeface="Apple SD Gothic Neo"/>
                <a:cs typeface="Apple SD Gothic Neo"/>
              </a:defRPr>
            </a:defPPr>
          </a:lstStyle>
          <a:p>
            <a:pPr algn="l">
              <a:lnSpc>
                <a:spcPct val="105000"/>
              </a:lnSpc>
              <a:buNone/>
              <a:defRPr sz="3300" b="1">
                <a:solidFill>
                  <a:srgbClr val="007D80"/>
                </a:solidFill>
                <a:latin typeface="Apple SD Gothic Neo"/>
                <a:ea typeface="Apple SD Gothic Neo"/>
                <a:cs typeface="Apple SD Gothic Neo"/>
              </a:defRPr>
            </a:pPr>
            <a:r>
              <a:rPr sz="3300" b="1">
                <a:solidFill>
                  <a:srgbClr val="007D80"/>
                </a:solidFill>
                <a:latin typeface="Apple SD Gothic Neo"/>
                <a:ea typeface="Apple SD Gothic Neo"/>
                <a:cs typeface="Apple SD Gothic Neo"/>
              </a:rPr>
              <a:t>AI</a:t>
            </a:r>
          </a:p>
        </p:txBody>
      </p:sp>
      <p:sp>
        <p:nvSpPr>
          <p:cNvPr id="9" name="직사각형 8">
            <a:extLst>
              <a:ext uri="{FF2B5EF4-FFF2-40B4-BE49-F238E27FC236}">
                <a16:creationId xmlns:a16="http://schemas.microsoft.com/office/drawing/2014/main" id="{FD0C9B72-46E3-4BBD-A941-E7F8A4E412A4}"/>
              </a:ext>
            </a:extLst>
          </p:cNvPr>
          <p:cNvSpPr>
            <a:spLocks noGrp="1"/>
          </p:cNvSpPr>
          <p:nvPr/>
        </p:nvSpPr>
        <p:spPr>
          <a:xfrm>
            <a:off x="4572000" y="2181225"/>
            <a:ext cx="5334000" cy="609600"/>
          </a:xfrm>
          <a:prstGeom prst="rect">
            <a:avLst/>
          </a:prstGeom>
          <a:noFill/>
          <a:ln w="0">
            <a:noFill/>
          </a:ln>
        </p:spPr>
        <p:txBody>
          <a:bodyPr lIns="0" tIns="0" rIns="0" bIns="0">
            <a:noAutofit/>
          </a:bodyPr>
          <a:lstStyle>
            <a:defPPr algn="l">
              <a:defRPr sz="3075" b="1">
                <a:solidFill>
                  <a:srgbClr val="102A35"/>
                </a:solidFill>
                <a:latin typeface="Apple SD Gothic Neo"/>
                <a:ea typeface="Apple SD Gothic Neo"/>
                <a:cs typeface="Apple SD Gothic Neo"/>
              </a:defRPr>
            </a:defPPr>
          </a:lstStyle>
          <a:p>
            <a:pPr algn="l">
              <a:lnSpc>
                <a:spcPct val="105000"/>
              </a:lnSpc>
              <a:buNone/>
              <a:defRPr sz="3075" b="1">
                <a:solidFill>
                  <a:srgbClr val="102A35"/>
                </a:solidFill>
                <a:latin typeface="Apple SD Gothic Neo"/>
                <a:ea typeface="Apple SD Gothic Neo"/>
                <a:cs typeface="Apple SD Gothic Neo"/>
              </a:defRPr>
            </a:pPr>
            <a:r>
              <a:rPr sz="3075" b="1">
                <a:solidFill>
                  <a:srgbClr val="102A35"/>
                </a:solidFill>
                <a:latin typeface="Apple SD Gothic Neo"/>
                <a:ea typeface="Apple SD Gothic Neo"/>
                <a:cs typeface="Apple SD Gothic Neo"/>
              </a:rPr>
              <a:t>변화 후보를 제시</a:t>
            </a:r>
          </a:p>
        </p:txBody>
      </p:sp>
      <p:sp>
        <p:nvSpPr>
          <p:cNvPr id="10" name="직사각형 9">
            <a:extLst>
              <a:ext uri="{FF2B5EF4-FFF2-40B4-BE49-F238E27FC236}">
                <a16:creationId xmlns:a16="http://schemas.microsoft.com/office/drawing/2014/main" id="{EF7F6E51-687E-4585-8C66-750998E9D89A}"/>
              </a:ext>
            </a:extLst>
          </p:cNvPr>
          <p:cNvSpPr>
            <a:spLocks noGrp="1"/>
          </p:cNvSpPr>
          <p:nvPr/>
        </p:nvSpPr>
        <p:spPr>
          <a:xfrm>
            <a:off x="4572000" y="2952750"/>
            <a:ext cx="10001250" cy="466725"/>
          </a:xfrm>
          <a:prstGeom prst="rect">
            <a:avLst/>
          </a:prstGeom>
          <a:noFill/>
          <a:ln w="0">
            <a:noFill/>
          </a:ln>
        </p:spPr>
        <p:txBody>
          <a:bodyPr lIns="0" tIns="0" rIns="0" bIns="0">
            <a:noAutofit/>
          </a:bodyPr>
          <a:lstStyle>
            <a:defPPr algn="l">
              <a:defRPr sz="2175" b="0">
                <a:solidFill>
                  <a:srgbClr val="657779"/>
                </a:solidFill>
                <a:latin typeface="Apple SD Gothic Neo"/>
                <a:ea typeface="Apple SD Gothic Neo"/>
                <a:cs typeface="Apple SD Gothic Neo"/>
              </a:defRPr>
            </a:defPPr>
          </a:lstStyle>
          <a:p>
            <a:pPr algn="l">
              <a:lnSpc>
                <a:spcPct val="105000"/>
              </a:lnSpc>
              <a:buNone/>
              <a:defRPr sz="2175" b="0">
                <a:solidFill>
                  <a:srgbClr val="657779"/>
                </a:solidFill>
                <a:latin typeface="Apple SD Gothic Neo"/>
                <a:ea typeface="Apple SD Gothic Neo"/>
                <a:cs typeface="Apple SD Gothic Neo"/>
              </a:defRPr>
            </a:pPr>
            <a:r>
              <a:rPr sz="2175" b="0">
                <a:solidFill>
                  <a:srgbClr val="657779"/>
                </a:solidFill>
                <a:latin typeface="Apple SD Gothic Neo"/>
                <a:ea typeface="Apple SD Gothic Neo"/>
                <a:cs typeface="Apple SD Gothic Neo"/>
              </a:rPr>
              <a:t>품질 상태·우선순위·근거 데이터</a:t>
            </a:r>
          </a:p>
        </p:txBody>
      </p:sp>
      <p:sp>
        <p:nvSpPr>
          <p:cNvPr id="11" name="직사각형 10">
            <a:extLst>
              <a:ext uri="{FF2B5EF4-FFF2-40B4-BE49-F238E27FC236}">
                <a16:creationId xmlns:a16="http://schemas.microsoft.com/office/drawing/2014/main" id="{43298030-AD1A-4EAD-8CE5-9920767EDC34}"/>
              </a:ext>
            </a:extLst>
          </p:cNvPr>
          <p:cNvSpPr>
            <a:spLocks noGrp="1"/>
          </p:cNvSpPr>
          <p:nvPr/>
        </p:nvSpPr>
        <p:spPr>
          <a:xfrm>
            <a:off x="533400" y="3533775"/>
            <a:ext cx="14173200" cy="14288"/>
          </a:xfrm>
          <a:prstGeom prst="rect">
            <a:avLst/>
          </a:prstGeom>
          <a:solidFill>
            <a:srgbClr val="CCD5D0"/>
          </a:solidFill>
          <a:ln w="0">
            <a:noFill/>
          </a:ln>
        </p:spPr>
        <p:txBody>
          <a:bodyPr/>
          <a:lstStyle/>
          <a:p>
            <a:endParaRPr lang="ko-KR" altLang="en-US"/>
          </a:p>
        </p:txBody>
      </p:sp>
      <p:sp>
        <p:nvSpPr>
          <p:cNvPr id="12" name="직사각형 11">
            <a:extLst>
              <a:ext uri="{FF2B5EF4-FFF2-40B4-BE49-F238E27FC236}">
                <a16:creationId xmlns:a16="http://schemas.microsoft.com/office/drawing/2014/main" id="{9F965A56-8DBE-45DB-8C69-DA942941D74F}"/>
              </a:ext>
            </a:extLst>
          </p:cNvPr>
          <p:cNvSpPr>
            <a:spLocks noGrp="1"/>
          </p:cNvSpPr>
          <p:nvPr/>
        </p:nvSpPr>
        <p:spPr>
          <a:xfrm>
            <a:off x="533400" y="3705225"/>
            <a:ext cx="3524250" cy="600075"/>
          </a:xfrm>
          <a:prstGeom prst="rect">
            <a:avLst/>
          </a:prstGeom>
          <a:noFill/>
          <a:ln w="0">
            <a:noFill/>
          </a:ln>
        </p:spPr>
        <p:txBody>
          <a:bodyPr lIns="0" tIns="0" rIns="0" bIns="0">
            <a:noAutofit/>
          </a:bodyPr>
          <a:lstStyle>
            <a:defPPr algn="l">
              <a:defRPr sz="3300" b="1">
                <a:solidFill>
                  <a:srgbClr val="102A35"/>
                </a:solidFill>
                <a:latin typeface="Apple SD Gothic Neo"/>
                <a:ea typeface="Apple SD Gothic Neo"/>
                <a:cs typeface="Apple SD Gothic Neo"/>
              </a:defRPr>
            </a:defPPr>
          </a:lstStyle>
          <a:p>
            <a:pPr algn="l">
              <a:lnSpc>
                <a:spcPct val="105000"/>
              </a:lnSpc>
              <a:buNone/>
              <a:defRPr sz="3300" b="1">
                <a:solidFill>
                  <a:srgbClr val="102A35"/>
                </a:solidFill>
                <a:latin typeface="Apple SD Gothic Neo"/>
                <a:ea typeface="Apple SD Gothic Neo"/>
                <a:cs typeface="Apple SD Gothic Neo"/>
              </a:defRPr>
            </a:pPr>
            <a:r>
              <a:rPr sz="3300" b="1">
                <a:solidFill>
                  <a:srgbClr val="102A35"/>
                </a:solidFill>
                <a:latin typeface="Apple SD Gothic Neo"/>
                <a:ea typeface="Apple SD Gothic Neo"/>
                <a:cs typeface="Apple SD Gothic Neo"/>
              </a:rPr>
              <a:t>전문가</a:t>
            </a:r>
          </a:p>
        </p:txBody>
      </p:sp>
      <p:sp>
        <p:nvSpPr>
          <p:cNvPr id="13" name="직사각형 12">
            <a:extLst>
              <a:ext uri="{FF2B5EF4-FFF2-40B4-BE49-F238E27FC236}">
                <a16:creationId xmlns:a16="http://schemas.microsoft.com/office/drawing/2014/main" id="{58342818-525E-4D92-89EE-F08915A5C1D6}"/>
              </a:ext>
            </a:extLst>
          </p:cNvPr>
          <p:cNvSpPr>
            <a:spLocks noGrp="1"/>
          </p:cNvSpPr>
          <p:nvPr/>
        </p:nvSpPr>
        <p:spPr>
          <a:xfrm>
            <a:off x="4572000" y="3705225"/>
            <a:ext cx="5334000" cy="609600"/>
          </a:xfrm>
          <a:prstGeom prst="rect">
            <a:avLst/>
          </a:prstGeom>
          <a:noFill/>
          <a:ln w="0">
            <a:noFill/>
          </a:ln>
        </p:spPr>
        <p:txBody>
          <a:bodyPr lIns="0" tIns="0" rIns="0" bIns="0">
            <a:noAutofit/>
          </a:bodyPr>
          <a:lstStyle>
            <a:defPPr algn="l">
              <a:defRPr sz="3075" b="1">
                <a:solidFill>
                  <a:srgbClr val="102A35"/>
                </a:solidFill>
                <a:latin typeface="Apple SD Gothic Neo"/>
                <a:ea typeface="Apple SD Gothic Neo"/>
                <a:cs typeface="Apple SD Gothic Neo"/>
              </a:defRPr>
            </a:defPPr>
          </a:lstStyle>
          <a:p>
            <a:pPr algn="l">
              <a:lnSpc>
                <a:spcPct val="105000"/>
              </a:lnSpc>
              <a:buNone/>
              <a:defRPr sz="3075" b="1">
                <a:solidFill>
                  <a:srgbClr val="102A35"/>
                </a:solidFill>
                <a:latin typeface="Apple SD Gothic Neo"/>
                <a:ea typeface="Apple SD Gothic Neo"/>
                <a:cs typeface="Apple SD Gothic Neo"/>
              </a:defRPr>
            </a:pPr>
            <a:r>
              <a:rPr sz="3075" b="1">
                <a:solidFill>
                  <a:srgbClr val="102A35"/>
                </a:solidFill>
                <a:latin typeface="Apple SD Gothic Neo"/>
                <a:ea typeface="Apple SD Gothic Neo"/>
                <a:cs typeface="Apple SD Gothic Neo"/>
              </a:rPr>
              <a:t>공동 의심 여부를 평가</a:t>
            </a:r>
          </a:p>
        </p:txBody>
      </p:sp>
      <p:sp>
        <p:nvSpPr>
          <p:cNvPr id="14" name="직사각형 13">
            <a:extLst>
              <a:ext uri="{FF2B5EF4-FFF2-40B4-BE49-F238E27FC236}">
                <a16:creationId xmlns:a16="http://schemas.microsoft.com/office/drawing/2014/main" id="{1EFC9EEC-B2C0-4131-98BC-1FDF073EFA29}"/>
              </a:ext>
            </a:extLst>
          </p:cNvPr>
          <p:cNvSpPr>
            <a:spLocks noGrp="1"/>
          </p:cNvSpPr>
          <p:nvPr/>
        </p:nvSpPr>
        <p:spPr>
          <a:xfrm>
            <a:off x="4572000" y="4476750"/>
            <a:ext cx="10001250" cy="466725"/>
          </a:xfrm>
          <a:prstGeom prst="rect">
            <a:avLst/>
          </a:prstGeom>
          <a:noFill/>
          <a:ln w="0">
            <a:noFill/>
          </a:ln>
        </p:spPr>
        <p:txBody>
          <a:bodyPr lIns="0" tIns="0" rIns="0" bIns="0">
            <a:noAutofit/>
          </a:bodyPr>
          <a:lstStyle>
            <a:defPPr algn="l">
              <a:defRPr sz="2175" b="0">
                <a:solidFill>
                  <a:srgbClr val="657779"/>
                </a:solidFill>
                <a:latin typeface="Apple SD Gothic Neo"/>
                <a:ea typeface="Apple SD Gothic Neo"/>
                <a:cs typeface="Apple SD Gothic Neo"/>
              </a:defRPr>
            </a:defPPr>
          </a:lstStyle>
          <a:p>
            <a:pPr algn="l">
              <a:lnSpc>
                <a:spcPct val="105000"/>
              </a:lnSpc>
              <a:buNone/>
              <a:defRPr sz="2175" b="0">
                <a:solidFill>
                  <a:srgbClr val="657779"/>
                </a:solidFill>
                <a:latin typeface="Apple SD Gothic Neo"/>
                <a:ea typeface="Apple SD Gothic Neo"/>
                <a:cs typeface="Apple SD Gothic Neo"/>
              </a:defRPr>
            </a:pPr>
            <a:r>
              <a:rPr sz="2175" b="0">
                <a:solidFill>
                  <a:srgbClr val="657779"/>
                </a:solidFill>
                <a:latin typeface="Apple SD Gothic Neo"/>
                <a:ea typeface="Apple SD Gothic Neo"/>
                <a:cs typeface="Apple SD Gothic Neo"/>
              </a:rPr>
              <a:t>수동 GPR 해석·내시경·추가 조사</a:t>
            </a:r>
          </a:p>
        </p:txBody>
      </p:sp>
      <p:sp>
        <p:nvSpPr>
          <p:cNvPr id="15" name="직사각형 14">
            <a:extLst>
              <a:ext uri="{FF2B5EF4-FFF2-40B4-BE49-F238E27FC236}">
                <a16:creationId xmlns:a16="http://schemas.microsoft.com/office/drawing/2014/main" id="{38D43927-770D-49CA-93FF-CFED2A4DA7A6}"/>
              </a:ext>
            </a:extLst>
          </p:cNvPr>
          <p:cNvSpPr>
            <a:spLocks noGrp="1"/>
          </p:cNvSpPr>
          <p:nvPr/>
        </p:nvSpPr>
        <p:spPr>
          <a:xfrm>
            <a:off x="533400" y="5057775"/>
            <a:ext cx="14173200" cy="14288"/>
          </a:xfrm>
          <a:prstGeom prst="rect">
            <a:avLst/>
          </a:prstGeom>
          <a:solidFill>
            <a:srgbClr val="CCD5D0"/>
          </a:solidFill>
          <a:ln w="0">
            <a:noFill/>
          </a:ln>
        </p:spPr>
        <p:txBody>
          <a:bodyPr/>
          <a:lstStyle/>
          <a:p>
            <a:endParaRPr lang="ko-KR" altLang="en-US"/>
          </a:p>
        </p:txBody>
      </p:sp>
      <p:sp>
        <p:nvSpPr>
          <p:cNvPr id="16" name="직사각형 15">
            <a:extLst>
              <a:ext uri="{FF2B5EF4-FFF2-40B4-BE49-F238E27FC236}">
                <a16:creationId xmlns:a16="http://schemas.microsoft.com/office/drawing/2014/main" id="{FB7FF797-2857-430D-B440-DDFEB5732CA3}"/>
              </a:ext>
            </a:extLst>
          </p:cNvPr>
          <p:cNvSpPr>
            <a:spLocks noGrp="1"/>
          </p:cNvSpPr>
          <p:nvPr/>
        </p:nvSpPr>
        <p:spPr>
          <a:xfrm>
            <a:off x="533400" y="5229225"/>
            <a:ext cx="3524250" cy="600075"/>
          </a:xfrm>
          <a:prstGeom prst="rect">
            <a:avLst/>
          </a:prstGeom>
          <a:noFill/>
          <a:ln w="0">
            <a:noFill/>
          </a:ln>
        </p:spPr>
        <p:txBody>
          <a:bodyPr lIns="0" tIns="0" rIns="0" bIns="0">
            <a:noAutofit/>
          </a:bodyPr>
          <a:lstStyle>
            <a:defPPr algn="l">
              <a:defRPr sz="3300" b="1">
                <a:solidFill>
                  <a:srgbClr val="102A35"/>
                </a:solidFill>
                <a:latin typeface="Apple SD Gothic Neo"/>
                <a:ea typeface="Apple SD Gothic Neo"/>
                <a:cs typeface="Apple SD Gothic Neo"/>
              </a:defRPr>
            </a:defPPr>
          </a:lstStyle>
          <a:p>
            <a:pPr algn="l">
              <a:lnSpc>
                <a:spcPct val="105000"/>
              </a:lnSpc>
              <a:buNone/>
              <a:defRPr sz="3300" b="1">
                <a:solidFill>
                  <a:srgbClr val="102A35"/>
                </a:solidFill>
                <a:latin typeface="Apple SD Gothic Neo"/>
                <a:ea typeface="Apple SD Gothic Neo"/>
                <a:cs typeface="Apple SD Gothic Neo"/>
              </a:defRPr>
            </a:pPr>
            <a:r>
              <a:rPr sz="3300" b="1">
                <a:solidFill>
                  <a:srgbClr val="102A35"/>
                </a:solidFill>
                <a:latin typeface="Apple SD Gothic Neo"/>
                <a:ea typeface="Apple SD Gothic Neo"/>
                <a:cs typeface="Apple SD Gothic Neo"/>
              </a:rPr>
              <a:t>관리기관</a:t>
            </a:r>
          </a:p>
        </p:txBody>
      </p:sp>
      <p:sp>
        <p:nvSpPr>
          <p:cNvPr id="17" name="직사각형 16">
            <a:extLst>
              <a:ext uri="{FF2B5EF4-FFF2-40B4-BE49-F238E27FC236}">
                <a16:creationId xmlns:a16="http://schemas.microsoft.com/office/drawing/2014/main" id="{D376CC3A-1D3E-4528-B0C9-2CB619C213D9}"/>
              </a:ext>
            </a:extLst>
          </p:cNvPr>
          <p:cNvSpPr>
            <a:spLocks noGrp="1"/>
          </p:cNvSpPr>
          <p:nvPr/>
        </p:nvSpPr>
        <p:spPr>
          <a:xfrm>
            <a:off x="4572000" y="5229225"/>
            <a:ext cx="5334000" cy="609600"/>
          </a:xfrm>
          <a:prstGeom prst="rect">
            <a:avLst/>
          </a:prstGeom>
          <a:noFill/>
          <a:ln w="0">
            <a:noFill/>
          </a:ln>
        </p:spPr>
        <p:txBody>
          <a:bodyPr lIns="0" tIns="0" rIns="0" bIns="0">
            <a:noAutofit/>
          </a:bodyPr>
          <a:lstStyle>
            <a:defPPr algn="l">
              <a:defRPr sz="3075" b="1">
                <a:solidFill>
                  <a:srgbClr val="102A35"/>
                </a:solidFill>
                <a:latin typeface="Apple SD Gothic Neo"/>
                <a:ea typeface="Apple SD Gothic Neo"/>
                <a:cs typeface="Apple SD Gothic Neo"/>
              </a:defRPr>
            </a:defPPr>
          </a:lstStyle>
          <a:p>
            <a:pPr algn="l">
              <a:lnSpc>
                <a:spcPct val="105000"/>
              </a:lnSpc>
              <a:buNone/>
              <a:defRPr sz="3075" b="1">
                <a:solidFill>
                  <a:srgbClr val="102A35"/>
                </a:solidFill>
                <a:latin typeface="Apple SD Gothic Neo"/>
                <a:ea typeface="Apple SD Gothic Neo"/>
                <a:cs typeface="Apple SD Gothic Neo"/>
              </a:defRPr>
            </a:pPr>
            <a:r>
              <a:rPr sz="3075" b="1">
                <a:solidFill>
                  <a:srgbClr val="102A35"/>
                </a:solidFill>
                <a:latin typeface="Apple SD Gothic Neo"/>
                <a:ea typeface="Apple SD Gothic Neo"/>
                <a:cs typeface="Apple SD Gothic Neo"/>
              </a:rPr>
              <a:t>조치 여부를 결정</a:t>
            </a:r>
          </a:p>
        </p:txBody>
      </p:sp>
      <p:sp>
        <p:nvSpPr>
          <p:cNvPr id="18" name="직사각형 17">
            <a:extLst>
              <a:ext uri="{FF2B5EF4-FFF2-40B4-BE49-F238E27FC236}">
                <a16:creationId xmlns:a16="http://schemas.microsoft.com/office/drawing/2014/main" id="{00BE3060-1CD9-42DA-8E51-60901375117D}"/>
              </a:ext>
            </a:extLst>
          </p:cNvPr>
          <p:cNvSpPr>
            <a:spLocks noGrp="1"/>
          </p:cNvSpPr>
          <p:nvPr/>
        </p:nvSpPr>
        <p:spPr>
          <a:xfrm>
            <a:off x="4572000" y="6000750"/>
            <a:ext cx="10001250" cy="466725"/>
          </a:xfrm>
          <a:prstGeom prst="rect">
            <a:avLst/>
          </a:prstGeom>
          <a:noFill/>
          <a:ln w="0">
            <a:noFill/>
          </a:ln>
        </p:spPr>
        <p:txBody>
          <a:bodyPr lIns="0" tIns="0" rIns="0" bIns="0">
            <a:noAutofit/>
          </a:bodyPr>
          <a:lstStyle>
            <a:defPPr algn="l">
              <a:defRPr sz="2175" b="0">
                <a:solidFill>
                  <a:srgbClr val="657779"/>
                </a:solidFill>
                <a:latin typeface="Apple SD Gothic Neo"/>
                <a:ea typeface="Apple SD Gothic Neo"/>
                <a:cs typeface="Apple SD Gothic Neo"/>
              </a:defRPr>
            </a:defPPr>
          </a:lstStyle>
          <a:p>
            <a:pPr algn="l">
              <a:lnSpc>
                <a:spcPct val="105000"/>
              </a:lnSpc>
              <a:buNone/>
              <a:defRPr sz="2175" b="0">
                <a:solidFill>
                  <a:srgbClr val="657779"/>
                </a:solidFill>
                <a:latin typeface="Apple SD Gothic Neo"/>
                <a:ea typeface="Apple SD Gothic Neo"/>
                <a:cs typeface="Apple SD Gothic Neo"/>
              </a:defRPr>
            </a:pPr>
            <a:r>
              <a:rPr sz="2175" b="0">
                <a:solidFill>
                  <a:srgbClr val="657779"/>
                </a:solidFill>
                <a:latin typeface="Apple SD Gothic Neo"/>
                <a:ea typeface="Apple SD Gothic Neo"/>
                <a:cs typeface="Apple SD Gothic Neo"/>
              </a:rPr>
              <a:t>교통 통제·정밀 조사·복구·추적</a:t>
            </a:r>
          </a:p>
        </p:txBody>
      </p:sp>
      <p:sp>
        <p:nvSpPr>
          <p:cNvPr id="19" name="직사각형 18">
            <a:extLst>
              <a:ext uri="{FF2B5EF4-FFF2-40B4-BE49-F238E27FC236}">
                <a16:creationId xmlns:a16="http://schemas.microsoft.com/office/drawing/2014/main" id="{9D7289D7-F27E-4BF0-B923-893694123E2F}"/>
              </a:ext>
            </a:extLst>
          </p:cNvPr>
          <p:cNvSpPr>
            <a:spLocks noGrp="1"/>
          </p:cNvSpPr>
          <p:nvPr/>
        </p:nvSpPr>
        <p:spPr>
          <a:xfrm>
            <a:off x="533400" y="6981825"/>
            <a:ext cx="14173200" cy="14288"/>
          </a:xfrm>
          <a:prstGeom prst="rect">
            <a:avLst/>
          </a:prstGeom>
          <a:solidFill>
            <a:srgbClr val="CCD5D0"/>
          </a:solidFill>
          <a:ln w="0">
            <a:noFill/>
          </a:ln>
        </p:spPr>
        <p:txBody>
          <a:bodyPr/>
          <a:lstStyle/>
          <a:p>
            <a:endParaRPr lang="ko-KR" altLang="en-US"/>
          </a:p>
        </p:txBody>
      </p:sp>
      <p:sp>
        <p:nvSpPr>
          <p:cNvPr id="20" name="직사각형 19">
            <a:extLst>
              <a:ext uri="{FF2B5EF4-FFF2-40B4-BE49-F238E27FC236}">
                <a16:creationId xmlns:a16="http://schemas.microsoft.com/office/drawing/2014/main" id="{71B600B2-7BE2-4B91-B966-E75A296EFE69}"/>
              </a:ext>
            </a:extLst>
          </p:cNvPr>
          <p:cNvSpPr>
            <a:spLocks noGrp="1"/>
          </p:cNvSpPr>
          <p:nvPr/>
        </p:nvSpPr>
        <p:spPr>
          <a:xfrm>
            <a:off x="533400" y="7172325"/>
            <a:ext cx="13906500" cy="685800"/>
          </a:xfrm>
          <a:prstGeom prst="rect">
            <a:avLst/>
          </a:prstGeom>
          <a:noFill/>
          <a:ln w="0">
            <a:noFill/>
          </a:ln>
        </p:spPr>
        <p:txBody>
          <a:bodyPr lIns="0" tIns="0" rIns="0" bIns="0">
            <a:noAutofit/>
          </a:bodyPr>
          <a:lstStyle>
            <a:defPPr algn="l">
              <a:defRPr sz="2400" b="1">
                <a:solidFill>
                  <a:srgbClr val="007D80"/>
                </a:solidFill>
                <a:latin typeface="Apple SD Gothic Neo"/>
                <a:ea typeface="Apple SD Gothic Neo"/>
                <a:cs typeface="Apple SD Gothic Neo"/>
              </a:defRPr>
            </a:defPPr>
          </a:lstStyle>
          <a:p>
            <a:pPr algn="l">
              <a:lnSpc>
                <a:spcPct val="105000"/>
              </a:lnSpc>
              <a:buNone/>
              <a:defRPr sz="2400" b="1">
                <a:solidFill>
                  <a:srgbClr val="007D80"/>
                </a:solidFill>
                <a:latin typeface="Apple SD Gothic Neo"/>
                <a:ea typeface="Apple SD Gothic Neo"/>
                <a:cs typeface="Apple SD Gothic Neo"/>
              </a:defRPr>
            </a:pPr>
            <a:r>
              <a:rPr sz="2400" b="1">
                <a:solidFill>
                  <a:srgbClr val="007D80"/>
                </a:solidFill>
                <a:latin typeface="Apple SD Gothic Neo"/>
                <a:ea typeface="Apple SD Gothic Neo"/>
                <a:cs typeface="Apple SD Gothic Neo"/>
              </a:rPr>
              <a:t>미측정·비교 불가 구간은 “안전”으로 표시하지 않습니다.</a:t>
            </a:r>
          </a:p>
        </p:txBody>
      </p:sp>
    </p:spTree>
    <p:extLst>
      <p:ext uri="{BB962C8B-B14F-4D97-AF65-F5344CB8AC3E}">
        <p14:creationId xmlns:p14="http://schemas.microsoft.com/office/powerpoint/2010/main" val="331972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3110FF17-9A50-4DE5-AD75-7671C5FD9062}"/>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A9F2CE"/>
                </a:solidFill>
                <a:latin typeface="Apple SD Gothic Neo"/>
                <a:ea typeface="Apple SD Gothic Neo"/>
                <a:cs typeface="Apple SD Gothic Neo"/>
              </a:defRPr>
            </a:defPPr>
          </a:lstStyle>
          <a:p>
            <a:pPr algn="l">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07C161DE-5E83-4AF6-A022-01A5D4E08E37}"/>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FFFFFF"/>
                </a:solidFill>
                <a:latin typeface="Apple SD Gothic Neo"/>
                <a:ea typeface="Apple SD Gothic Neo"/>
                <a:cs typeface="Apple SD Gothic Neo"/>
              </a:defRPr>
            </a:defPPr>
          </a:lstStyle>
          <a:p>
            <a:pPr algn="r">
              <a:lnSpc>
                <a:spcPct val="105000"/>
              </a:lnSpc>
              <a:buNone/>
              <a:defRPr sz="1500" b="0">
                <a:solidFill>
                  <a:srgbClr val="FFFFFF"/>
                </a:solidFill>
                <a:latin typeface="Apple SD Gothic Neo"/>
                <a:ea typeface="Apple SD Gothic Neo"/>
                <a:cs typeface="Apple SD Gothic Neo"/>
              </a:defRPr>
            </a:pPr>
            <a:r>
              <a:rPr sz="1500" b="0">
                <a:solidFill>
                  <a:srgbClr val="FFFFFF"/>
                </a:solidFill>
                <a:latin typeface="Apple SD Gothic Neo"/>
                <a:ea typeface="Apple SD Gothic Neo"/>
                <a:cs typeface="Apple SD Gothic Neo"/>
              </a:rPr>
              <a:t>관제와 업무</a:t>
            </a:r>
          </a:p>
        </p:txBody>
      </p:sp>
      <p:sp>
        <p:nvSpPr>
          <p:cNvPr id="3" name="직사각형 2">
            <a:extLst>
              <a:ext uri="{FF2B5EF4-FFF2-40B4-BE49-F238E27FC236}">
                <a16:creationId xmlns:a16="http://schemas.microsoft.com/office/drawing/2014/main" id="{C0E373FD-4491-461F-B091-C8DBC4C3B481}"/>
              </a:ext>
            </a:extLst>
          </p:cNvPr>
          <p:cNvSpPr>
            <a:spLocks noGrp="1"/>
          </p:cNvSpPr>
          <p:nvPr/>
        </p:nvSpPr>
        <p:spPr>
          <a:xfrm>
            <a:off x="0" y="714375"/>
            <a:ext cx="15240000" cy="619125"/>
          </a:xfrm>
          <a:prstGeom prst="rect">
            <a:avLst/>
          </a:prstGeom>
          <a:solidFill>
            <a:srgbClr val="123541"/>
          </a:solidFill>
          <a:ln w="0">
            <a:noFill/>
          </a:ln>
        </p:spPr>
        <p:txBody>
          <a:bodyPr/>
          <a:lstStyle/>
          <a:p>
            <a:endParaRPr lang="ko-KR" altLang="en-US"/>
          </a:p>
        </p:txBody>
      </p:sp>
      <p:sp>
        <p:nvSpPr>
          <p:cNvPr id="4" name="직사각형 3">
            <a:extLst>
              <a:ext uri="{FF2B5EF4-FFF2-40B4-BE49-F238E27FC236}">
                <a16:creationId xmlns:a16="http://schemas.microsoft.com/office/drawing/2014/main" id="{003B67F0-1CAA-4133-ADEC-D41B752D4528}"/>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발견 후 조치 완료까지 기록을 연결합니다</a:t>
            </a:r>
          </a:p>
        </p:txBody>
      </p:sp>
      <p:sp>
        <p:nvSpPr>
          <p:cNvPr id="5" name="직사각형 4">
            <a:extLst>
              <a:ext uri="{FF2B5EF4-FFF2-40B4-BE49-F238E27FC236}">
                <a16:creationId xmlns:a16="http://schemas.microsoft.com/office/drawing/2014/main" id="{890B2987-C2CB-4535-B47B-DCC9EC0E775D}"/>
              </a:ext>
            </a:extLst>
          </p:cNvPr>
          <p:cNvSpPr>
            <a:spLocks noGrp="1"/>
          </p:cNvSpPr>
          <p:nvPr/>
        </p:nvSpPr>
        <p:spPr>
          <a:xfrm>
            <a:off x="533400" y="1524000"/>
            <a:ext cx="4762500" cy="333375"/>
          </a:xfrm>
          <a:prstGeom prst="rect">
            <a:avLst/>
          </a:prstGeom>
          <a:noFill/>
          <a:ln w="0">
            <a:noFill/>
          </a:ln>
        </p:spPr>
        <p:txBody>
          <a:bodyPr lIns="0" tIns="0" rIns="0" bIns="0">
            <a:noAutofit/>
          </a:bodyPr>
          <a:lstStyle>
            <a:defPPr algn="l">
              <a:defRPr sz="1650" b="1">
                <a:solidFill>
                  <a:srgbClr val="A9F2CE"/>
                </a:solidFill>
                <a:latin typeface="Apple SD Gothic Neo"/>
                <a:ea typeface="Apple SD Gothic Neo"/>
                <a:cs typeface="Apple SD Gothic Neo"/>
              </a:defRPr>
            </a:defPPr>
          </a:lstStyle>
          <a:p>
            <a:pPr algn="l">
              <a:lnSpc>
                <a:spcPct val="105000"/>
              </a:lnSpc>
              <a:buNone/>
              <a:defRPr sz="1650" b="1">
                <a:solidFill>
                  <a:srgbClr val="A9F2CE"/>
                </a:solidFill>
                <a:latin typeface="Apple SD Gothic Neo"/>
                <a:ea typeface="Apple SD Gothic Neo"/>
                <a:cs typeface="Apple SD Gothic Neo"/>
              </a:defRPr>
            </a:pPr>
            <a:r>
              <a:rPr sz="1650" b="1">
                <a:solidFill>
                  <a:srgbClr val="A9F2CE"/>
                </a:solidFill>
                <a:latin typeface="Apple SD Gothic Neo"/>
                <a:ea typeface="Apple SD Gothic Neo"/>
                <a:cs typeface="Apple SD Gothic Neo"/>
              </a:rPr>
              <a:t>IDEA 03</a:t>
            </a:r>
          </a:p>
        </p:txBody>
      </p:sp>
      <p:sp>
        <p:nvSpPr>
          <p:cNvPr id="6" name="직사각형 5">
            <a:extLst>
              <a:ext uri="{FF2B5EF4-FFF2-40B4-BE49-F238E27FC236}">
                <a16:creationId xmlns:a16="http://schemas.microsoft.com/office/drawing/2014/main" id="{1168959C-E60C-43C1-B9E2-1AE1997D661A}"/>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95AEAD"/>
                </a:solidFill>
                <a:latin typeface="Apple SD Gothic Neo"/>
                <a:ea typeface="Apple SD Gothic Neo"/>
                <a:cs typeface="Apple SD Gothic Neo"/>
              </a:defRPr>
            </a:defPPr>
          </a:lstStyle>
          <a:p>
            <a:pPr algn="l">
              <a:lnSpc>
                <a:spcPct val="105000"/>
              </a:lnSpc>
              <a:buNone/>
              <a:defRPr sz="1350" b="0">
                <a:solidFill>
                  <a:srgbClr val="95AEAD"/>
                </a:solidFill>
                <a:latin typeface="Apple SD Gothic Neo"/>
                <a:ea typeface="Apple SD Gothic Neo"/>
                <a:cs typeface="Apple SD Gothic Neo"/>
              </a:defRPr>
            </a:pPr>
            <a:r>
              <a:rPr sz="1350" b="0">
                <a:solidFill>
                  <a:srgbClr val="95AEAD"/>
                </a:solidFill>
                <a:latin typeface="Apple SD Gothic Neo"/>
                <a:ea typeface="Apple SD Gothic Neo"/>
                <a:cs typeface="Apple SD Gothic Neo"/>
              </a:rPr>
              <a:t>PV5 지하안전 순찰차</a:t>
            </a:r>
          </a:p>
        </p:txBody>
      </p:sp>
      <p:sp>
        <p:nvSpPr>
          <p:cNvPr id="7" name="직사각형 6">
            <a:extLst>
              <a:ext uri="{FF2B5EF4-FFF2-40B4-BE49-F238E27FC236}">
                <a16:creationId xmlns:a16="http://schemas.microsoft.com/office/drawing/2014/main" id="{8456C60E-C674-4657-ABB2-68D647B51A19}"/>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A9F2CE"/>
                </a:solidFill>
                <a:latin typeface="Apple SD Gothic Neo"/>
                <a:ea typeface="Apple SD Gothic Neo"/>
                <a:cs typeface="Apple SD Gothic Neo"/>
              </a:defRPr>
            </a:defPPr>
          </a:lstStyle>
          <a:p>
            <a:pPr algn="r">
              <a:lnSpc>
                <a:spcPct val="105000"/>
              </a:lnSpc>
              <a:buNone/>
              <a:defRPr sz="1500" b="1">
                <a:solidFill>
                  <a:srgbClr val="A9F2CE"/>
                </a:solidFill>
                <a:latin typeface="Apple SD Gothic Neo"/>
                <a:ea typeface="Apple SD Gothic Neo"/>
                <a:cs typeface="Apple SD Gothic Neo"/>
              </a:defRPr>
            </a:pPr>
            <a:r>
              <a:rPr sz="1500" b="1">
                <a:solidFill>
                  <a:srgbClr val="A9F2CE"/>
                </a:solidFill>
                <a:latin typeface="Apple SD Gothic Neo"/>
                <a:ea typeface="Apple SD Gothic Neo"/>
                <a:cs typeface="Apple SD Gothic Neo"/>
              </a:rPr>
              <a:t>19</a:t>
            </a:r>
          </a:p>
        </p:txBody>
      </p:sp>
      <p:sp>
        <p:nvSpPr>
          <p:cNvPr id="8" name="직사각형 7">
            <a:extLst>
              <a:ext uri="{FF2B5EF4-FFF2-40B4-BE49-F238E27FC236}">
                <a16:creationId xmlns:a16="http://schemas.microsoft.com/office/drawing/2014/main" id="{42871712-704E-482C-9DEE-E30DDC16AE71}"/>
              </a:ext>
            </a:extLst>
          </p:cNvPr>
          <p:cNvSpPr>
            <a:spLocks noGrp="1"/>
          </p:cNvSpPr>
          <p:nvPr/>
        </p:nvSpPr>
        <p:spPr>
          <a:xfrm>
            <a:off x="533400" y="2019300"/>
            <a:ext cx="13906500" cy="723900"/>
          </a:xfrm>
          <a:prstGeom prst="rect">
            <a:avLst/>
          </a:prstGeom>
          <a:noFill/>
          <a:ln w="0">
            <a:noFill/>
          </a:ln>
        </p:spPr>
        <p:txBody>
          <a:bodyPr lIns="0" tIns="0" rIns="0" bIns="0">
            <a:noAutofit/>
          </a:bodyPr>
          <a:lstStyle>
            <a:defPPr algn="l">
              <a:defRPr sz="4725" b="1">
                <a:solidFill>
                  <a:srgbClr val="A9F2CE"/>
                </a:solidFill>
                <a:latin typeface="Apple SD Gothic Neo"/>
                <a:ea typeface="Apple SD Gothic Neo"/>
                <a:cs typeface="Apple SD Gothic Neo"/>
              </a:defRPr>
            </a:defPPr>
          </a:lstStyle>
          <a:p>
            <a:pPr algn="l">
              <a:lnSpc>
                <a:spcPct val="105000"/>
              </a:lnSpc>
              <a:buNone/>
              <a:defRPr sz="4725" b="1">
                <a:solidFill>
                  <a:srgbClr val="A9F2CE"/>
                </a:solidFill>
                <a:latin typeface="Apple SD Gothic Neo"/>
                <a:ea typeface="Apple SD Gothic Neo"/>
                <a:cs typeface="Apple SD Gothic Neo"/>
              </a:defRPr>
            </a:pPr>
            <a:r>
              <a:rPr sz="4725" b="1">
                <a:solidFill>
                  <a:srgbClr val="A9F2CE"/>
                </a:solidFill>
                <a:latin typeface="Apple SD Gothic Neo"/>
                <a:ea typeface="Apple SD Gothic Neo"/>
                <a:cs typeface="Apple SD Gothic Neo"/>
              </a:rPr>
              <a:t>도로 구간 ID</a:t>
            </a:r>
          </a:p>
        </p:txBody>
      </p:sp>
      <p:sp>
        <p:nvSpPr>
          <p:cNvPr id="9" name="직사각형 8">
            <a:extLst>
              <a:ext uri="{FF2B5EF4-FFF2-40B4-BE49-F238E27FC236}">
                <a16:creationId xmlns:a16="http://schemas.microsoft.com/office/drawing/2014/main" id="{D4E3CB9F-3ECD-4E9E-A613-466224BCD254}"/>
              </a:ext>
            </a:extLst>
          </p:cNvPr>
          <p:cNvSpPr>
            <a:spLocks noGrp="1"/>
          </p:cNvSpPr>
          <p:nvPr/>
        </p:nvSpPr>
        <p:spPr>
          <a:xfrm>
            <a:off x="571500" y="2962275"/>
            <a:ext cx="13811250" cy="581025"/>
          </a:xfrm>
          <a:prstGeom prst="rect">
            <a:avLst/>
          </a:prstGeom>
          <a:noFill/>
          <a:ln w="0">
            <a:noFill/>
          </a:ln>
        </p:spPr>
        <p:txBody>
          <a:bodyPr lIns="0" tIns="0" rIns="0" bIns="0">
            <a:noAutofit/>
          </a:bodyPr>
          <a:lstStyle>
            <a:defPPr algn="l">
              <a:defRPr sz="2400" b="0">
                <a:solidFill>
                  <a:srgbClr val="BDD1D0"/>
                </a:solidFill>
                <a:latin typeface="Apple SD Gothic Neo"/>
                <a:ea typeface="Apple SD Gothic Neo"/>
                <a:cs typeface="Apple SD Gothic Neo"/>
              </a:defRPr>
            </a:defPPr>
          </a:lstStyle>
          <a:p>
            <a:pPr algn="l">
              <a:lnSpc>
                <a:spcPct val="105000"/>
              </a:lnSpc>
              <a:buNone/>
              <a:defRPr sz="2400" b="0">
                <a:solidFill>
                  <a:srgbClr val="BDD1D0"/>
                </a:solidFill>
                <a:latin typeface="Apple SD Gothic Neo"/>
                <a:ea typeface="Apple SD Gothic Neo"/>
                <a:cs typeface="Apple SD Gothic Neo"/>
              </a:defRPr>
            </a:pPr>
            <a:r>
              <a:rPr sz="2400" b="0">
                <a:solidFill>
                  <a:srgbClr val="BDD1D0"/>
                </a:solidFill>
                <a:latin typeface="Apple SD Gothic Neo"/>
                <a:ea typeface="Apple SD Gothic Neo"/>
                <a:cs typeface="Apple SD Gothic Neo"/>
              </a:rPr>
              <a:t>하나의 위치에 축적되는 관측과 조치 이력</a:t>
            </a:r>
          </a:p>
        </p:txBody>
      </p:sp>
      <p:sp>
        <p:nvSpPr>
          <p:cNvPr id="10" name="직사각형 9">
            <a:extLst>
              <a:ext uri="{FF2B5EF4-FFF2-40B4-BE49-F238E27FC236}">
                <a16:creationId xmlns:a16="http://schemas.microsoft.com/office/drawing/2014/main" id="{E48CBFE8-C5A0-48C2-8304-913067420BB5}"/>
              </a:ext>
            </a:extLst>
          </p:cNvPr>
          <p:cNvSpPr>
            <a:spLocks noGrp="1"/>
          </p:cNvSpPr>
          <p:nvPr/>
        </p:nvSpPr>
        <p:spPr>
          <a:xfrm>
            <a:off x="552450" y="4505325"/>
            <a:ext cx="3143250" cy="714375"/>
          </a:xfrm>
          <a:prstGeom prst="rect">
            <a:avLst/>
          </a:prstGeom>
          <a:noFill/>
          <a:ln w="0">
            <a:noFill/>
          </a:ln>
        </p:spPr>
        <p:txBody>
          <a:bodyPr lIns="0" tIns="0" rIns="0" bIns="0">
            <a:noAutofit/>
          </a:bodyPr>
          <a:lstStyle>
            <a:defPPr algn="l">
              <a:defRPr sz="4050" b="1">
                <a:solidFill>
                  <a:srgbClr val="A9F2CE"/>
                </a:solidFill>
                <a:latin typeface="Apple SD Gothic Neo"/>
                <a:ea typeface="Apple SD Gothic Neo"/>
                <a:cs typeface="Apple SD Gothic Neo"/>
              </a:defRPr>
            </a:defPPr>
          </a:lstStyle>
          <a:p>
            <a:pPr algn="l">
              <a:lnSpc>
                <a:spcPct val="105000"/>
              </a:lnSpc>
              <a:buNone/>
              <a:defRPr sz="4050" b="1">
                <a:solidFill>
                  <a:srgbClr val="A9F2CE"/>
                </a:solidFill>
                <a:latin typeface="Apple SD Gothic Neo"/>
                <a:ea typeface="Apple SD Gothic Neo"/>
                <a:cs typeface="Apple SD Gothic Neo"/>
              </a:defRPr>
            </a:pPr>
            <a:r>
              <a:rPr sz="4050" b="1">
                <a:solidFill>
                  <a:srgbClr val="A9F2CE"/>
                </a:solidFill>
                <a:latin typeface="Apple SD Gothic Neo"/>
                <a:ea typeface="Apple SD Gothic Neo"/>
                <a:cs typeface="Apple SD Gothic Neo"/>
              </a:rPr>
              <a:t>01</a:t>
            </a:r>
          </a:p>
        </p:txBody>
      </p:sp>
      <p:sp>
        <p:nvSpPr>
          <p:cNvPr id="11" name="직사각형 10">
            <a:extLst>
              <a:ext uri="{FF2B5EF4-FFF2-40B4-BE49-F238E27FC236}">
                <a16:creationId xmlns:a16="http://schemas.microsoft.com/office/drawing/2014/main" id="{6733D2C9-E891-49C2-B542-CD542EAF3644}"/>
              </a:ext>
            </a:extLst>
          </p:cNvPr>
          <p:cNvSpPr>
            <a:spLocks noGrp="1"/>
          </p:cNvSpPr>
          <p:nvPr/>
        </p:nvSpPr>
        <p:spPr>
          <a:xfrm>
            <a:off x="552450" y="5410200"/>
            <a:ext cx="3238500" cy="609600"/>
          </a:xfrm>
          <a:prstGeom prst="rect">
            <a:avLst/>
          </a:prstGeom>
          <a:noFill/>
          <a:ln w="0">
            <a:noFill/>
          </a:ln>
        </p:spPr>
        <p:txBody>
          <a:bodyPr lIns="0" tIns="0" rIns="0" bIns="0">
            <a:noAutofit/>
          </a:bodyPr>
          <a:lstStyle>
            <a:defPPr algn="l">
              <a:defRPr sz="2775" b="1">
                <a:solidFill>
                  <a:srgbClr val="FFFFFF"/>
                </a:solidFill>
                <a:latin typeface="Apple SD Gothic Neo"/>
                <a:ea typeface="Apple SD Gothic Neo"/>
                <a:cs typeface="Apple SD Gothic Neo"/>
              </a:defRPr>
            </a:defPPr>
          </a:lstStyle>
          <a:p>
            <a:pPr algn="l">
              <a:lnSpc>
                <a:spcPct val="105000"/>
              </a:lnSpc>
              <a:buNone/>
              <a:defRPr sz="2775" b="1">
                <a:solidFill>
                  <a:srgbClr val="FFFFFF"/>
                </a:solidFill>
                <a:latin typeface="Apple SD Gothic Neo"/>
                <a:ea typeface="Apple SD Gothic Neo"/>
                <a:cs typeface="Apple SD Gothic Neo"/>
              </a:defRPr>
            </a:pPr>
            <a:r>
              <a:rPr sz="2775" b="1">
                <a:solidFill>
                  <a:srgbClr val="FFFFFF"/>
                </a:solidFill>
                <a:latin typeface="Apple SD Gothic Neo"/>
                <a:ea typeface="Apple SD Gothic Neo"/>
                <a:cs typeface="Apple SD Gothic Neo"/>
              </a:rPr>
              <a:t>관측</a:t>
            </a:r>
          </a:p>
        </p:txBody>
      </p:sp>
      <p:sp>
        <p:nvSpPr>
          <p:cNvPr id="12" name="직사각형 11">
            <a:extLst>
              <a:ext uri="{FF2B5EF4-FFF2-40B4-BE49-F238E27FC236}">
                <a16:creationId xmlns:a16="http://schemas.microsoft.com/office/drawing/2014/main" id="{7ECE8271-C73B-4A8E-A646-3DA706C59765}"/>
              </a:ext>
            </a:extLst>
          </p:cNvPr>
          <p:cNvSpPr>
            <a:spLocks noGrp="1"/>
          </p:cNvSpPr>
          <p:nvPr/>
        </p:nvSpPr>
        <p:spPr>
          <a:xfrm>
            <a:off x="552450" y="6276975"/>
            <a:ext cx="3238500" cy="847725"/>
          </a:xfrm>
          <a:prstGeom prst="rect">
            <a:avLst/>
          </a:prstGeom>
          <a:noFill/>
          <a:ln w="0">
            <a:noFill/>
          </a:ln>
        </p:spPr>
        <p:txBody>
          <a:bodyPr lIns="0" tIns="0" rIns="0" bIns="0">
            <a:noAutofit/>
          </a:bodyPr>
          <a:lstStyle>
            <a:defPPr algn="l">
              <a:defRPr sz="2100" b="0">
                <a:solidFill>
                  <a:srgbClr val="BDD1D0"/>
                </a:solidFill>
                <a:latin typeface="Apple SD Gothic Neo"/>
                <a:ea typeface="Apple SD Gothic Neo"/>
                <a:cs typeface="Apple SD Gothic Neo"/>
              </a:defRPr>
            </a:defPPr>
          </a:lstStyle>
          <a:p>
            <a:pPr algn="l">
              <a:lnSpc>
                <a:spcPct val="105000"/>
              </a:lnSpc>
              <a:buNone/>
              <a:defRPr sz="2100" b="0">
                <a:solidFill>
                  <a:srgbClr val="BDD1D0"/>
                </a:solidFill>
                <a:latin typeface="Apple SD Gothic Neo"/>
                <a:ea typeface="Apple SD Gothic Neo"/>
                <a:cs typeface="Apple SD Gothic Neo"/>
              </a:defRPr>
            </a:pPr>
            <a:r>
              <a:rPr sz="2100" b="0">
                <a:solidFill>
                  <a:srgbClr val="BDD1D0"/>
                </a:solidFill>
                <a:latin typeface="Apple SD Gothic Neo"/>
                <a:ea typeface="Apple SD Gothic Neo"/>
                <a:cs typeface="Apple SD Gothic Neo"/>
              </a:rPr>
              <a:t>회차·영상·품질</a:t>
            </a:r>
          </a:p>
        </p:txBody>
      </p:sp>
      <p:sp>
        <p:nvSpPr>
          <p:cNvPr id="13" name="오른쪽 화살표[R] 12">
            <a:extLst>
              <a:ext uri="{FF2B5EF4-FFF2-40B4-BE49-F238E27FC236}">
                <a16:creationId xmlns:a16="http://schemas.microsoft.com/office/drawing/2014/main" id="{54882024-7A4F-45AD-80CE-3D5F253620BF}"/>
              </a:ext>
            </a:extLst>
          </p:cNvPr>
          <p:cNvSpPr>
            <a:spLocks noGrp="1"/>
          </p:cNvSpPr>
          <p:nvPr/>
        </p:nvSpPr>
        <p:spPr>
          <a:xfrm>
            <a:off x="3600450" y="4781550"/>
            <a:ext cx="428625" cy="266700"/>
          </a:xfrm>
          <a:prstGeom prst="rightArrow">
            <a:avLst/>
          </a:prstGeom>
          <a:solidFill>
            <a:srgbClr val="A9F2CE"/>
          </a:solidFill>
          <a:ln w="0">
            <a:noFill/>
          </a:ln>
        </p:spPr>
        <p:txBody>
          <a:bodyPr/>
          <a:lstStyle/>
          <a:p>
            <a:endParaRPr lang="ko-KR" altLang="en-US"/>
          </a:p>
        </p:txBody>
      </p:sp>
      <p:sp>
        <p:nvSpPr>
          <p:cNvPr id="14" name="직사각형 13">
            <a:extLst>
              <a:ext uri="{FF2B5EF4-FFF2-40B4-BE49-F238E27FC236}">
                <a16:creationId xmlns:a16="http://schemas.microsoft.com/office/drawing/2014/main" id="{D922BC87-4F85-4647-B6D9-8E2472646374}"/>
              </a:ext>
            </a:extLst>
          </p:cNvPr>
          <p:cNvSpPr>
            <a:spLocks noGrp="1"/>
          </p:cNvSpPr>
          <p:nvPr/>
        </p:nvSpPr>
        <p:spPr>
          <a:xfrm>
            <a:off x="4219575" y="4505325"/>
            <a:ext cx="3143250" cy="714375"/>
          </a:xfrm>
          <a:prstGeom prst="rect">
            <a:avLst/>
          </a:prstGeom>
          <a:noFill/>
          <a:ln w="0">
            <a:noFill/>
          </a:ln>
        </p:spPr>
        <p:txBody>
          <a:bodyPr lIns="0" tIns="0" rIns="0" bIns="0">
            <a:noAutofit/>
          </a:bodyPr>
          <a:lstStyle>
            <a:defPPr algn="l">
              <a:defRPr sz="4050" b="1">
                <a:solidFill>
                  <a:srgbClr val="A9F2CE"/>
                </a:solidFill>
                <a:latin typeface="Apple SD Gothic Neo"/>
                <a:ea typeface="Apple SD Gothic Neo"/>
                <a:cs typeface="Apple SD Gothic Neo"/>
              </a:defRPr>
            </a:defPPr>
          </a:lstStyle>
          <a:p>
            <a:pPr algn="l">
              <a:lnSpc>
                <a:spcPct val="105000"/>
              </a:lnSpc>
              <a:buNone/>
              <a:defRPr sz="4050" b="1">
                <a:solidFill>
                  <a:srgbClr val="A9F2CE"/>
                </a:solidFill>
                <a:latin typeface="Apple SD Gothic Neo"/>
                <a:ea typeface="Apple SD Gothic Neo"/>
                <a:cs typeface="Apple SD Gothic Neo"/>
              </a:defRPr>
            </a:pPr>
            <a:r>
              <a:rPr sz="4050" b="1">
                <a:solidFill>
                  <a:srgbClr val="A9F2CE"/>
                </a:solidFill>
                <a:latin typeface="Apple SD Gothic Neo"/>
                <a:ea typeface="Apple SD Gothic Neo"/>
                <a:cs typeface="Apple SD Gothic Neo"/>
              </a:rPr>
              <a:t>02</a:t>
            </a:r>
          </a:p>
        </p:txBody>
      </p:sp>
      <p:sp>
        <p:nvSpPr>
          <p:cNvPr id="15" name="직사각형 14">
            <a:extLst>
              <a:ext uri="{FF2B5EF4-FFF2-40B4-BE49-F238E27FC236}">
                <a16:creationId xmlns:a16="http://schemas.microsoft.com/office/drawing/2014/main" id="{71CF160E-ABEB-4F81-B37F-16B77841A8C7}"/>
              </a:ext>
            </a:extLst>
          </p:cNvPr>
          <p:cNvSpPr>
            <a:spLocks noGrp="1"/>
          </p:cNvSpPr>
          <p:nvPr/>
        </p:nvSpPr>
        <p:spPr>
          <a:xfrm>
            <a:off x="4219575" y="5410200"/>
            <a:ext cx="3238500" cy="609600"/>
          </a:xfrm>
          <a:prstGeom prst="rect">
            <a:avLst/>
          </a:prstGeom>
          <a:noFill/>
          <a:ln w="0">
            <a:noFill/>
          </a:ln>
        </p:spPr>
        <p:txBody>
          <a:bodyPr lIns="0" tIns="0" rIns="0" bIns="0">
            <a:noAutofit/>
          </a:bodyPr>
          <a:lstStyle>
            <a:defPPr algn="l">
              <a:defRPr sz="2775" b="1">
                <a:solidFill>
                  <a:srgbClr val="FFFFFF"/>
                </a:solidFill>
                <a:latin typeface="Apple SD Gothic Neo"/>
                <a:ea typeface="Apple SD Gothic Neo"/>
                <a:cs typeface="Apple SD Gothic Neo"/>
              </a:defRPr>
            </a:defPPr>
          </a:lstStyle>
          <a:p>
            <a:pPr algn="l">
              <a:lnSpc>
                <a:spcPct val="105000"/>
              </a:lnSpc>
              <a:buNone/>
              <a:defRPr sz="2775" b="1">
                <a:solidFill>
                  <a:srgbClr val="FFFFFF"/>
                </a:solidFill>
                <a:latin typeface="Apple SD Gothic Neo"/>
                <a:ea typeface="Apple SD Gothic Neo"/>
                <a:cs typeface="Apple SD Gothic Neo"/>
              </a:defRPr>
            </a:pPr>
            <a:r>
              <a:rPr sz="2775" b="1">
                <a:solidFill>
                  <a:srgbClr val="FFFFFF"/>
                </a:solidFill>
                <a:latin typeface="Apple SD Gothic Neo"/>
                <a:ea typeface="Apple SD Gothic Neo"/>
                <a:cs typeface="Apple SD Gothic Neo"/>
              </a:rPr>
              <a:t>검토</a:t>
            </a:r>
          </a:p>
        </p:txBody>
      </p:sp>
      <p:sp>
        <p:nvSpPr>
          <p:cNvPr id="16" name="직사각형 15">
            <a:extLst>
              <a:ext uri="{FF2B5EF4-FFF2-40B4-BE49-F238E27FC236}">
                <a16:creationId xmlns:a16="http://schemas.microsoft.com/office/drawing/2014/main" id="{91D672B2-11CB-4D8E-B5BA-38BD8E22EE86}"/>
              </a:ext>
            </a:extLst>
          </p:cNvPr>
          <p:cNvSpPr>
            <a:spLocks noGrp="1"/>
          </p:cNvSpPr>
          <p:nvPr/>
        </p:nvSpPr>
        <p:spPr>
          <a:xfrm>
            <a:off x="4219575" y="6276975"/>
            <a:ext cx="3238500" cy="847725"/>
          </a:xfrm>
          <a:prstGeom prst="rect">
            <a:avLst/>
          </a:prstGeom>
          <a:noFill/>
          <a:ln w="0">
            <a:noFill/>
          </a:ln>
        </p:spPr>
        <p:txBody>
          <a:bodyPr lIns="0" tIns="0" rIns="0" bIns="0">
            <a:noAutofit/>
          </a:bodyPr>
          <a:lstStyle>
            <a:defPPr algn="l">
              <a:defRPr sz="2100" b="0">
                <a:solidFill>
                  <a:srgbClr val="BDD1D0"/>
                </a:solidFill>
                <a:latin typeface="Apple SD Gothic Neo"/>
                <a:ea typeface="Apple SD Gothic Neo"/>
                <a:cs typeface="Apple SD Gothic Neo"/>
              </a:defRPr>
            </a:defPPr>
          </a:lstStyle>
          <a:p>
            <a:pPr algn="l">
              <a:lnSpc>
                <a:spcPct val="105000"/>
              </a:lnSpc>
              <a:buNone/>
              <a:defRPr sz="2100" b="0">
                <a:solidFill>
                  <a:srgbClr val="BDD1D0"/>
                </a:solidFill>
                <a:latin typeface="Apple SD Gothic Neo"/>
                <a:ea typeface="Apple SD Gothic Neo"/>
                <a:cs typeface="Apple SD Gothic Neo"/>
              </a:defRPr>
            </a:pPr>
            <a:r>
              <a:rPr sz="2100" b="0">
                <a:solidFill>
                  <a:srgbClr val="BDD1D0"/>
                </a:solidFill>
                <a:latin typeface="Apple SD Gothic Neo"/>
                <a:ea typeface="Apple SD Gothic Neo"/>
                <a:cs typeface="Apple SD Gothic Neo"/>
              </a:rPr>
              <a:t>변화 후보·담당자</a:t>
            </a:r>
          </a:p>
        </p:txBody>
      </p:sp>
      <p:sp>
        <p:nvSpPr>
          <p:cNvPr id="17" name="오른쪽 화살표[R] 16">
            <a:extLst>
              <a:ext uri="{FF2B5EF4-FFF2-40B4-BE49-F238E27FC236}">
                <a16:creationId xmlns:a16="http://schemas.microsoft.com/office/drawing/2014/main" id="{E36EC705-19F6-4B49-B7CE-3F70B73BDAFF}"/>
              </a:ext>
            </a:extLst>
          </p:cNvPr>
          <p:cNvSpPr>
            <a:spLocks noGrp="1"/>
          </p:cNvSpPr>
          <p:nvPr/>
        </p:nvSpPr>
        <p:spPr>
          <a:xfrm>
            <a:off x="7267575" y="4781550"/>
            <a:ext cx="428625" cy="266700"/>
          </a:xfrm>
          <a:prstGeom prst="rightArrow">
            <a:avLst/>
          </a:prstGeom>
          <a:solidFill>
            <a:srgbClr val="A9F2CE"/>
          </a:solidFill>
          <a:ln w="0">
            <a:noFill/>
          </a:ln>
        </p:spPr>
        <p:txBody>
          <a:bodyPr/>
          <a:lstStyle/>
          <a:p>
            <a:endParaRPr lang="ko-KR" altLang="en-US"/>
          </a:p>
        </p:txBody>
      </p:sp>
      <p:sp>
        <p:nvSpPr>
          <p:cNvPr id="18" name="직사각형 17">
            <a:extLst>
              <a:ext uri="{FF2B5EF4-FFF2-40B4-BE49-F238E27FC236}">
                <a16:creationId xmlns:a16="http://schemas.microsoft.com/office/drawing/2014/main" id="{89F4B8DA-5EE7-472D-BCFE-60A1BB78EE3A}"/>
              </a:ext>
            </a:extLst>
          </p:cNvPr>
          <p:cNvSpPr>
            <a:spLocks noGrp="1"/>
          </p:cNvSpPr>
          <p:nvPr/>
        </p:nvSpPr>
        <p:spPr>
          <a:xfrm>
            <a:off x="7886700" y="4505325"/>
            <a:ext cx="3143250" cy="714375"/>
          </a:xfrm>
          <a:prstGeom prst="rect">
            <a:avLst/>
          </a:prstGeom>
          <a:noFill/>
          <a:ln w="0">
            <a:noFill/>
          </a:ln>
        </p:spPr>
        <p:txBody>
          <a:bodyPr lIns="0" tIns="0" rIns="0" bIns="0">
            <a:noAutofit/>
          </a:bodyPr>
          <a:lstStyle>
            <a:defPPr algn="l">
              <a:defRPr sz="4050" b="1">
                <a:solidFill>
                  <a:srgbClr val="A9F2CE"/>
                </a:solidFill>
                <a:latin typeface="Apple SD Gothic Neo"/>
                <a:ea typeface="Apple SD Gothic Neo"/>
                <a:cs typeface="Apple SD Gothic Neo"/>
              </a:defRPr>
            </a:defPPr>
          </a:lstStyle>
          <a:p>
            <a:pPr algn="l">
              <a:lnSpc>
                <a:spcPct val="105000"/>
              </a:lnSpc>
              <a:buNone/>
              <a:defRPr sz="4050" b="1">
                <a:solidFill>
                  <a:srgbClr val="A9F2CE"/>
                </a:solidFill>
                <a:latin typeface="Apple SD Gothic Neo"/>
                <a:ea typeface="Apple SD Gothic Neo"/>
                <a:cs typeface="Apple SD Gothic Neo"/>
              </a:defRPr>
            </a:pPr>
            <a:r>
              <a:rPr sz="4050" b="1">
                <a:solidFill>
                  <a:srgbClr val="A9F2CE"/>
                </a:solidFill>
                <a:latin typeface="Apple SD Gothic Neo"/>
                <a:ea typeface="Apple SD Gothic Neo"/>
                <a:cs typeface="Apple SD Gothic Neo"/>
              </a:rPr>
              <a:t>03</a:t>
            </a:r>
          </a:p>
        </p:txBody>
      </p:sp>
      <p:sp>
        <p:nvSpPr>
          <p:cNvPr id="19" name="직사각형 18">
            <a:extLst>
              <a:ext uri="{FF2B5EF4-FFF2-40B4-BE49-F238E27FC236}">
                <a16:creationId xmlns:a16="http://schemas.microsoft.com/office/drawing/2014/main" id="{AA792DED-9D7A-4A1B-8592-40C5DA388CF0}"/>
              </a:ext>
            </a:extLst>
          </p:cNvPr>
          <p:cNvSpPr>
            <a:spLocks noGrp="1"/>
          </p:cNvSpPr>
          <p:nvPr/>
        </p:nvSpPr>
        <p:spPr>
          <a:xfrm>
            <a:off x="7886700" y="5410200"/>
            <a:ext cx="3238500" cy="609600"/>
          </a:xfrm>
          <a:prstGeom prst="rect">
            <a:avLst/>
          </a:prstGeom>
          <a:noFill/>
          <a:ln w="0">
            <a:noFill/>
          </a:ln>
        </p:spPr>
        <p:txBody>
          <a:bodyPr lIns="0" tIns="0" rIns="0" bIns="0">
            <a:noAutofit/>
          </a:bodyPr>
          <a:lstStyle>
            <a:defPPr algn="l">
              <a:defRPr sz="2775" b="1">
                <a:solidFill>
                  <a:srgbClr val="FFFFFF"/>
                </a:solidFill>
                <a:latin typeface="Apple SD Gothic Neo"/>
                <a:ea typeface="Apple SD Gothic Neo"/>
                <a:cs typeface="Apple SD Gothic Neo"/>
              </a:defRPr>
            </a:defPPr>
          </a:lstStyle>
          <a:p>
            <a:pPr algn="l">
              <a:lnSpc>
                <a:spcPct val="105000"/>
              </a:lnSpc>
              <a:buNone/>
              <a:defRPr sz="2775" b="1">
                <a:solidFill>
                  <a:srgbClr val="FFFFFF"/>
                </a:solidFill>
                <a:latin typeface="Apple SD Gothic Neo"/>
                <a:ea typeface="Apple SD Gothic Neo"/>
                <a:cs typeface="Apple SD Gothic Neo"/>
              </a:defRPr>
            </a:pPr>
            <a:r>
              <a:rPr sz="2775" b="1">
                <a:solidFill>
                  <a:srgbClr val="FFFFFF"/>
                </a:solidFill>
                <a:latin typeface="Apple SD Gothic Neo"/>
                <a:ea typeface="Apple SD Gothic Neo"/>
                <a:cs typeface="Apple SD Gothic Neo"/>
              </a:rPr>
              <a:t>현장 확인</a:t>
            </a:r>
          </a:p>
        </p:txBody>
      </p:sp>
      <p:sp>
        <p:nvSpPr>
          <p:cNvPr id="20" name="직사각형 19">
            <a:extLst>
              <a:ext uri="{FF2B5EF4-FFF2-40B4-BE49-F238E27FC236}">
                <a16:creationId xmlns:a16="http://schemas.microsoft.com/office/drawing/2014/main" id="{3D4F1C27-255D-45A4-A740-76BA73AAB041}"/>
              </a:ext>
            </a:extLst>
          </p:cNvPr>
          <p:cNvSpPr>
            <a:spLocks noGrp="1"/>
          </p:cNvSpPr>
          <p:nvPr/>
        </p:nvSpPr>
        <p:spPr>
          <a:xfrm>
            <a:off x="7886700" y="6276975"/>
            <a:ext cx="3238500" cy="847725"/>
          </a:xfrm>
          <a:prstGeom prst="rect">
            <a:avLst/>
          </a:prstGeom>
          <a:noFill/>
          <a:ln w="0">
            <a:noFill/>
          </a:ln>
        </p:spPr>
        <p:txBody>
          <a:bodyPr lIns="0" tIns="0" rIns="0" bIns="0">
            <a:noAutofit/>
          </a:bodyPr>
          <a:lstStyle>
            <a:defPPr algn="l">
              <a:defRPr sz="2100" b="0">
                <a:solidFill>
                  <a:srgbClr val="BDD1D0"/>
                </a:solidFill>
                <a:latin typeface="Apple SD Gothic Neo"/>
                <a:ea typeface="Apple SD Gothic Neo"/>
                <a:cs typeface="Apple SD Gothic Neo"/>
              </a:defRPr>
            </a:defPPr>
          </a:lstStyle>
          <a:p>
            <a:pPr algn="l">
              <a:lnSpc>
                <a:spcPct val="105000"/>
              </a:lnSpc>
              <a:buNone/>
              <a:defRPr sz="2100" b="0">
                <a:solidFill>
                  <a:srgbClr val="BDD1D0"/>
                </a:solidFill>
                <a:latin typeface="Apple SD Gothic Neo"/>
                <a:ea typeface="Apple SD Gothic Neo"/>
                <a:cs typeface="Apple SD Gothic Neo"/>
              </a:defRPr>
            </a:pPr>
            <a:r>
              <a:rPr sz="2100" b="0">
                <a:solidFill>
                  <a:srgbClr val="BDD1D0"/>
                </a:solidFill>
                <a:latin typeface="Apple SD Gothic Neo"/>
                <a:ea typeface="Apple SD Gothic Neo"/>
                <a:cs typeface="Apple SD Gothic Neo"/>
              </a:rPr>
              <a:t>수동 탐사·추가 조사</a:t>
            </a:r>
          </a:p>
        </p:txBody>
      </p:sp>
      <p:sp>
        <p:nvSpPr>
          <p:cNvPr id="21" name="오른쪽 화살표[R] 20">
            <a:extLst>
              <a:ext uri="{FF2B5EF4-FFF2-40B4-BE49-F238E27FC236}">
                <a16:creationId xmlns:a16="http://schemas.microsoft.com/office/drawing/2014/main" id="{5AD0F785-5742-48E6-9D38-6294F6B8863F}"/>
              </a:ext>
            </a:extLst>
          </p:cNvPr>
          <p:cNvSpPr>
            <a:spLocks noGrp="1"/>
          </p:cNvSpPr>
          <p:nvPr/>
        </p:nvSpPr>
        <p:spPr>
          <a:xfrm>
            <a:off x="10934700" y="4781550"/>
            <a:ext cx="428625" cy="266700"/>
          </a:xfrm>
          <a:prstGeom prst="rightArrow">
            <a:avLst/>
          </a:prstGeom>
          <a:solidFill>
            <a:srgbClr val="A9F2CE"/>
          </a:solidFill>
          <a:ln w="0">
            <a:noFill/>
          </a:ln>
        </p:spPr>
        <p:txBody>
          <a:bodyPr/>
          <a:lstStyle/>
          <a:p>
            <a:endParaRPr lang="ko-KR" altLang="en-US"/>
          </a:p>
        </p:txBody>
      </p:sp>
      <p:sp>
        <p:nvSpPr>
          <p:cNvPr id="22" name="직사각형 21">
            <a:extLst>
              <a:ext uri="{FF2B5EF4-FFF2-40B4-BE49-F238E27FC236}">
                <a16:creationId xmlns:a16="http://schemas.microsoft.com/office/drawing/2014/main" id="{AE078371-D384-421A-A0ED-1C545F1500BD}"/>
              </a:ext>
            </a:extLst>
          </p:cNvPr>
          <p:cNvSpPr>
            <a:spLocks noGrp="1"/>
          </p:cNvSpPr>
          <p:nvPr/>
        </p:nvSpPr>
        <p:spPr>
          <a:xfrm>
            <a:off x="11553825" y="4505325"/>
            <a:ext cx="3143250" cy="714375"/>
          </a:xfrm>
          <a:prstGeom prst="rect">
            <a:avLst/>
          </a:prstGeom>
          <a:noFill/>
          <a:ln w="0">
            <a:noFill/>
          </a:ln>
        </p:spPr>
        <p:txBody>
          <a:bodyPr lIns="0" tIns="0" rIns="0" bIns="0">
            <a:noAutofit/>
          </a:bodyPr>
          <a:lstStyle>
            <a:defPPr algn="l">
              <a:defRPr sz="4050" b="1">
                <a:solidFill>
                  <a:srgbClr val="A9F2CE"/>
                </a:solidFill>
                <a:latin typeface="Apple SD Gothic Neo"/>
                <a:ea typeface="Apple SD Gothic Neo"/>
                <a:cs typeface="Apple SD Gothic Neo"/>
              </a:defRPr>
            </a:defPPr>
          </a:lstStyle>
          <a:p>
            <a:pPr algn="l">
              <a:lnSpc>
                <a:spcPct val="105000"/>
              </a:lnSpc>
              <a:buNone/>
              <a:defRPr sz="4050" b="1">
                <a:solidFill>
                  <a:srgbClr val="A9F2CE"/>
                </a:solidFill>
                <a:latin typeface="Apple SD Gothic Neo"/>
                <a:ea typeface="Apple SD Gothic Neo"/>
                <a:cs typeface="Apple SD Gothic Neo"/>
              </a:defRPr>
            </a:pPr>
            <a:r>
              <a:rPr sz="4050" b="1">
                <a:solidFill>
                  <a:srgbClr val="A9F2CE"/>
                </a:solidFill>
                <a:latin typeface="Apple SD Gothic Neo"/>
                <a:ea typeface="Apple SD Gothic Neo"/>
                <a:cs typeface="Apple SD Gothic Neo"/>
              </a:rPr>
              <a:t>04</a:t>
            </a:r>
          </a:p>
        </p:txBody>
      </p:sp>
      <p:sp>
        <p:nvSpPr>
          <p:cNvPr id="23" name="직사각형 22">
            <a:extLst>
              <a:ext uri="{FF2B5EF4-FFF2-40B4-BE49-F238E27FC236}">
                <a16:creationId xmlns:a16="http://schemas.microsoft.com/office/drawing/2014/main" id="{EF1C560B-90AF-487A-9B5C-DA89A4C38E32}"/>
              </a:ext>
            </a:extLst>
          </p:cNvPr>
          <p:cNvSpPr>
            <a:spLocks noGrp="1"/>
          </p:cNvSpPr>
          <p:nvPr/>
        </p:nvSpPr>
        <p:spPr>
          <a:xfrm>
            <a:off x="11553825" y="5410200"/>
            <a:ext cx="3238500" cy="609600"/>
          </a:xfrm>
          <a:prstGeom prst="rect">
            <a:avLst/>
          </a:prstGeom>
          <a:noFill/>
          <a:ln w="0">
            <a:noFill/>
          </a:ln>
        </p:spPr>
        <p:txBody>
          <a:bodyPr lIns="0" tIns="0" rIns="0" bIns="0">
            <a:noAutofit/>
          </a:bodyPr>
          <a:lstStyle>
            <a:defPPr algn="l">
              <a:defRPr sz="2775" b="1">
                <a:solidFill>
                  <a:srgbClr val="FFFFFF"/>
                </a:solidFill>
                <a:latin typeface="Apple SD Gothic Neo"/>
                <a:ea typeface="Apple SD Gothic Neo"/>
                <a:cs typeface="Apple SD Gothic Neo"/>
              </a:defRPr>
            </a:defPPr>
          </a:lstStyle>
          <a:p>
            <a:pPr algn="l">
              <a:lnSpc>
                <a:spcPct val="105000"/>
              </a:lnSpc>
              <a:buNone/>
              <a:defRPr sz="2775" b="1">
                <a:solidFill>
                  <a:srgbClr val="FFFFFF"/>
                </a:solidFill>
                <a:latin typeface="Apple SD Gothic Neo"/>
                <a:ea typeface="Apple SD Gothic Neo"/>
                <a:cs typeface="Apple SD Gothic Neo"/>
              </a:defRPr>
            </a:pPr>
            <a:r>
              <a:rPr sz="2775" b="1">
                <a:solidFill>
                  <a:srgbClr val="FFFFFF"/>
                </a:solidFill>
                <a:latin typeface="Apple SD Gothic Neo"/>
                <a:ea typeface="Apple SD Gothic Neo"/>
                <a:cs typeface="Apple SD Gothic Neo"/>
              </a:rPr>
              <a:t>조치 후</a:t>
            </a:r>
          </a:p>
        </p:txBody>
      </p:sp>
      <p:sp>
        <p:nvSpPr>
          <p:cNvPr id="24" name="직사각형 23">
            <a:extLst>
              <a:ext uri="{FF2B5EF4-FFF2-40B4-BE49-F238E27FC236}">
                <a16:creationId xmlns:a16="http://schemas.microsoft.com/office/drawing/2014/main" id="{ABEEE18E-F37D-4570-B439-EC6BF0246E73}"/>
              </a:ext>
            </a:extLst>
          </p:cNvPr>
          <p:cNvSpPr>
            <a:spLocks noGrp="1"/>
          </p:cNvSpPr>
          <p:nvPr/>
        </p:nvSpPr>
        <p:spPr>
          <a:xfrm>
            <a:off x="11553825" y="6276975"/>
            <a:ext cx="3238500" cy="847725"/>
          </a:xfrm>
          <a:prstGeom prst="rect">
            <a:avLst/>
          </a:prstGeom>
          <a:noFill/>
          <a:ln w="0">
            <a:noFill/>
          </a:ln>
        </p:spPr>
        <p:txBody>
          <a:bodyPr lIns="0" tIns="0" rIns="0" bIns="0">
            <a:noAutofit/>
          </a:bodyPr>
          <a:lstStyle>
            <a:defPPr algn="l">
              <a:defRPr sz="2100" b="0">
                <a:solidFill>
                  <a:srgbClr val="BDD1D0"/>
                </a:solidFill>
                <a:latin typeface="Apple SD Gothic Neo"/>
                <a:ea typeface="Apple SD Gothic Neo"/>
                <a:cs typeface="Apple SD Gothic Neo"/>
              </a:defRPr>
            </a:defPPr>
          </a:lstStyle>
          <a:p>
            <a:pPr algn="l">
              <a:lnSpc>
                <a:spcPct val="105000"/>
              </a:lnSpc>
              <a:buNone/>
              <a:defRPr sz="2100" b="0">
                <a:solidFill>
                  <a:srgbClr val="BDD1D0"/>
                </a:solidFill>
                <a:latin typeface="Apple SD Gothic Neo"/>
                <a:ea typeface="Apple SD Gothic Neo"/>
                <a:cs typeface="Apple SD Gothic Neo"/>
              </a:defRPr>
            </a:pPr>
            <a:r>
              <a:rPr sz="2100" b="0">
                <a:solidFill>
                  <a:srgbClr val="BDD1D0"/>
                </a:solidFill>
                <a:latin typeface="Apple SD Gothic Neo"/>
                <a:ea typeface="Apple SD Gothic Neo"/>
                <a:cs typeface="Apple SD Gothic Neo"/>
              </a:rPr>
              <a:t>복구·재관측·종료 검토</a:t>
            </a:r>
          </a:p>
        </p:txBody>
      </p:sp>
      <p:sp>
        <p:nvSpPr>
          <p:cNvPr id="25" name="직사각형 24">
            <a:extLst>
              <a:ext uri="{FF2B5EF4-FFF2-40B4-BE49-F238E27FC236}">
                <a16:creationId xmlns:a16="http://schemas.microsoft.com/office/drawing/2014/main" id="{237A6A30-1F78-43AA-A794-26D393EFAFB1}"/>
              </a:ext>
            </a:extLst>
          </p:cNvPr>
          <p:cNvSpPr>
            <a:spLocks noGrp="1"/>
          </p:cNvSpPr>
          <p:nvPr/>
        </p:nvSpPr>
        <p:spPr>
          <a:xfrm>
            <a:off x="533400" y="7715250"/>
            <a:ext cx="14001750" cy="381000"/>
          </a:xfrm>
          <a:prstGeom prst="rect">
            <a:avLst/>
          </a:prstGeom>
          <a:noFill/>
          <a:ln w="0">
            <a:noFill/>
          </a:ln>
        </p:spPr>
        <p:txBody>
          <a:bodyPr lIns="0" tIns="0" rIns="0" bIns="0">
            <a:noAutofit/>
          </a:bodyPr>
          <a:lstStyle>
            <a:defPPr algn="l">
              <a:defRPr sz="1650" b="0">
                <a:solidFill>
                  <a:srgbClr val="A9F2CE"/>
                </a:solidFill>
                <a:latin typeface="Apple SD Gothic Neo"/>
                <a:ea typeface="Apple SD Gothic Neo"/>
                <a:cs typeface="Apple SD Gothic Neo"/>
              </a:defRPr>
            </a:defPPr>
          </a:lstStyle>
          <a:p>
            <a:pPr algn="l">
              <a:lnSpc>
                <a:spcPct val="105000"/>
              </a:lnSpc>
              <a:buNone/>
              <a:defRPr sz="1650" b="0">
                <a:solidFill>
                  <a:srgbClr val="A9F2CE"/>
                </a:solidFill>
                <a:latin typeface="Apple SD Gothic Neo"/>
                <a:ea typeface="Apple SD Gothic Neo"/>
                <a:cs typeface="Apple SD Gothic Neo"/>
              </a:defRPr>
            </a:pPr>
            <a:r>
              <a:rPr sz="1650" b="0">
                <a:solidFill>
                  <a:srgbClr val="A9F2CE"/>
                </a:solidFill>
                <a:latin typeface="Apple SD Gothic Neo"/>
                <a:ea typeface="Apple SD Gothic Neo"/>
                <a:cs typeface="Apple SD Gothic Neo"/>
              </a:rPr>
              <a:t>[가설] 미완료 재확인 업무를 다음 순찰에 반영 · 기관 권한과 데이터 연계는 추가 확인</a:t>
            </a:r>
          </a:p>
        </p:txBody>
      </p:sp>
    </p:spTree>
    <p:extLst>
      <p:ext uri="{BB962C8B-B14F-4D97-AF65-F5344CB8AC3E}">
        <p14:creationId xmlns:p14="http://schemas.microsoft.com/office/powerpoint/2010/main" val="1079676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093C269C-E227-49EC-BFBA-6FA871859484}"/>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29E506D9-E966-41E3-AEFC-F454D7BC943A}"/>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실증 계획</a:t>
            </a:r>
          </a:p>
        </p:txBody>
      </p:sp>
      <p:sp>
        <p:nvSpPr>
          <p:cNvPr id="3" name="직사각형 2">
            <a:extLst>
              <a:ext uri="{FF2B5EF4-FFF2-40B4-BE49-F238E27FC236}">
                <a16:creationId xmlns:a16="http://schemas.microsoft.com/office/drawing/2014/main" id="{14FE42D7-581A-42C4-A1F4-9486E543939C}"/>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ED62B245-CC83-4127-AEF3-80B077982020}"/>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시범운행으로 성능과 운영을 검증합니다</a:t>
            </a:r>
          </a:p>
        </p:txBody>
      </p:sp>
      <p:sp>
        <p:nvSpPr>
          <p:cNvPr id="5" name="직사각형 4">
            <a:extLst>
              <a:ext uri="{FF2B5EF4-FFF2-40B4-BE49-F238E27FC236}">
                <a16:creationId xmlns:a16="http://schemas.microsoft.com/office/drawing/2014/main" id="{AEAF1C29-E0AE-4CA0-B21E-4BF5B3AD0FD4}"/>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84BC6B92-7664-4A2F-BD6B-2D60474ED6BA}"/>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20</a:t>
            </a:r>
          </a:p>
        </p:txBody>
      </p:sp>
      <p:sp>
        <p:nvSpPr>
          <p:cNvPr id="7" name="직사각형 6">
            <a:extLst>
              <a:ext uri="{FF2B5EF4-FFF2-40B4-BE49-F238E27FC236}">
                <a16:creationId xmlns:a16="http://schemas.microsoft.com/office/drawing/2014/main" id="{8A44C12C-66D6-4F3D-903B-0DD3B0A5FE82}"/>
              </a:ext>
            </a:extLst>
          </p:cNvPr>
          <p:cNvSpPr>
            <a:spLocks noGrp="1"/>
          </p:cNvSpPr>
          <p:nvPr/>
        </p:nvSpPr>
        <p:spPr>
          <a:xfrm>
            <a:off x="533400" y="1952625"/>
            <a:ext cx="13525500" cy="1609725"/>
          </a:xfrm>
          <a:prstGeom prst="rect">
            <a:avLst/>
          </a:prstGeom>
          <a:noFill/>
          <a:ln w="0">
            <a:noFill/>
          </a:ln>
        </p:spPr>
        <p:txBody>
          <a:bodyPr lIns="0" tIns="0" rIns="0" bIns="0">
            <a:noAutofit/>
          </a:bodyPr>
          <a:lstStyle>
            <a:defPPr algn="l">
              <a:defRPr sz="4425" b="1">
                <a:solidFill>
                  <a:srgbClr val="102A35"/>
                </a:solidFill>
                <a:latin typeface="Apple SD Gothic Neo"/>
                <a:ea typeface="Apple SD Gothic Neo"/>
                <a:cs typeface="Apple SD Gothic Neo"/>
              </a:defRPr>
            </a:defPPr>
          </a:lstStyle>
          <a:p>
            <a:pPr algn="l">
              <a:lnSpc>
                <a:spcPct val="105000"/>
              </a:lnSpc>
              <a:buNone/>
              <a:defRPr sz="4425" b="1">
                <a:solidFill>
                  <a:srgbClr val="102A35"/>
                </a:solidFill>
                <a:latin typeface="Apple SD Gothic Neo"/>
                <a:ea typeface="Apple SD Gothic Neo"/>
                <a:cs typeface="Apple SD Gothic Neo"/>
              </a:defRPr>
            </a:pPr>
            <a:r>
              <a:rPr sz="4425" b="1">
                <a:solidFill>
                  <a:srgbClr val="102A35"/>
                </a:solidFill>
                <a:latin typeface="Apple SD Gothic Neo"/>
                <a:ea typeface="Apple SD Gothic Neo"/>
                <a:cs typeface="Apple SD Gothic Neo"/>
              </a:rPr>
              <a:t>숫자를 약속하기 전에,</a:t>
            </a:r>
          </a:p>
          <a:p>
            <a:pPr algn="l">
              <a:lnSpc>
                <a:spcPct val="105000"/>
              </a:lnSpc>
              <a:buNone/>
              <a:defRPr sz="4425" b="1">
                <a:solidFill>
                  <a:srgbClr val="102A35"/>
                </a:solidFill>
                <a:latin typeface="Apple SD Gothic Neo"/>
                <a:ea typeface="Apple SD Gothic Neo"/>
                <a:cs typeface="Apple SD Gothic Neo"/>
              </a:defRPr>
            </a:pPr>
            <a:r>
              <a:rPr sz="4425" b="1">
                <a:solidFill>
                  <a:srgbClr val="102A35"/>
                </a:solidFill>
                <a:latin typeface="Apple SD Gothic Neo"/>
                <a:ea typeface="Apple SD Gothic Neo"/>
                <a:cs typeface="Apple SD Gothic Neo"/>
              </a:rPr>
              <a:t>같은 길에서 검증합니다</a:t>
            </a:r>
          </a:p>
        </p:txBody>
      </p:sp>
      <p:sp>
        <p:nvSpPr>
          <p:cNvPr id="8" name="직사각형 7">
            <a:extLst>
              <a:ext uri="{FF2B5EF4-FFF2-40B4-BE49-F238E27FC236}">
                <a16:creationId xmlns:a16="http://schemas.microsoft.com/office/drawing/2014/main" id="{C14D37E8-EAB1-40A6-95B6-983D721BF1E1}"/>
              </a:ext>
            </a:extLst>
          </p:cNvPr>
          <p:cNvSpPr>
            <a:spLocks noGrp="1"/>
          </p:cNvSpPr>
          <p:nvPr/>
        </p:nvSpPr>
        <p:spPr>
          <a:xfrm>
            <a:off x="552450" y="4257675"/>
            <a:ext cx="14097000" cy="14288"/>
          </a:xfrm>
          <a:prstGeom prst="rect">
            <a:avLst/>
          </a:prstGeom>
          <a:solidFill>
            <a:srgbClr val="007D80"/>
          </a:solidFill>
          <a:ln w="0">
            <a:noFill/>
          </a:ln>
        </p:spPr>
        <p:txBody>
          <a:bodyPr/>
          <a:lstStyle/>
          <a:p>
            <a:endParaRPr lang="ko-KR" altLang="en-US"/>
          </a:p>
        </p:txBody>
      </p:sp>
      <p:sp>
        <p:nvSpPr>
          <p:cNvPr id="9" name="직사각형 8">
            <a:extLst>
              <a:ext uri="{FF2B5EF4-FFF2-40B4-BE49-F238E27FC236}">
                <a16:creationId xmlns:a16="http://schemas.microsoft.com/office/drawing/2014/main" id="{F00FD89C-965B-470F-8634-A28B92BAD964}"/>
              </a:ext>
            </a:extLst>
          </p:cNvPr>
          <p:cNvSpPr>
            <a:spLocks noGrp="1"/>
          </p:cNvSpPr>
          <p:nvPr/>
        </p:nvSpPr>
        <p:spPr>
          <a:xfrm>
            <a:off x="552450" y="4676775"/>
            <a:ext cx="4191000" cy="857250"/>
          </a:xfrm>
          <a:prstGeom prst="rect">
            <a:avLst/>
          </a:prstGeom>
          <a:noFill/>
          <a:ln w="0">
            <a:noFill/>
          </a:ln>
        </p:spPr>
        <p:txBody>
          <a:bodyPr lIns="0" tIns="0" rIns="0" bIns="0">
            <a:noAutofit/>
          </a:bodyPr>
          <a:lstStyle>
            <a:defPPr algn="l">
              <a:defRPr sz="4950" b="1">
                <a:solidFill>
                  <a:srgbClr val="007D80"/>
                </a:solidFill>
                <a:latin typeface="Apple SD Gothic Neo"/>
                <a:ea typeface="Apple SD Gothic Neo"/>
                <a:cs typeface="Apple SD Gothic Neo"/>
              </a:defRPr>
            </a:defPPr>
          </a:lstStyle>
          <a:p>
            <a:pPr algn="l">
              <a:lnSpc>
                <a:spcPct val="105000"/>
              </a:lnSpc>
              <a:buNone/>
              <a:defRPr sz="4950" b="1">
                <a:solidFill>
                  <a:srgbClr val="007D80"/>
                </a:solidFill>
                <a:latin typeface="Apple SD Gothic Neo"/>
                <a:ea typeface="Apple SD Gothic Neo"/>
                <a:cs typeface="Apple SD Gothic Neo"/>
              </a:defRPr>
            </a:pPr>
            <a:r>
              <a:rPr sz="4950" b="1">
                <a:solidFill>
                  <a:srgbClr val="007D80"/>
                </a:solidFill>
                <a:latin typeface="Apple SD Gothic Neo"/>
                <a:ea typeface="Apple SD Gothic Neo"/>
                <a:cs typeface="Apple SD Gothic Neo"/>
              </a:rPr>
              <a:t>01</a:t>
            </a:r>
          </a:p>
        </p:txBody>
      </p:sp>
      <p:sp>
        <p:nvSpPr>
          <p:cNvPr id="10" name="직사각형 9">
            <a:extLst>
              <a:ext uri="{FF2B5EF4-FFF2-40B4-BE49-F238E27FC236}">
                <a16:creationId xmlns:a16="http://schemas.microsoft.com/office/drawing/2014/main" id="{0E24C8A2-2267-437B-894F-D8CFC751678D}"/>
              </a:ext>
            </a:extLst>
          </p:cNvPr>
          <p:cNvSpPr>
            <a:spLocks noGrp="1"/>
          </p:cNvSpPr>
          <p:nvPr/>
        </p:nvSpPr>
        <p:spPr>
          <a:xfrm>
            <a:off x="552450" y="5705475"/>
            <a:ext cx="4191000" cy="523875"/>
          </a:xfrm>
          <a:prstGeom prst="rect">
            <a:avLst/>
          </a:prstGeom>
          <a:noFill/>
          <a:ln w="0">
            <a:noFill/>
          </a:ln>
        </p:spPr>
        <p:txBody>
          <a:bodyPr lIns="0" tIns="0" rIns="0" bIns="0">
            <a:noAutofit/>
          </a:bodyPr>
          <a:lstStyle>
            <a:defPPr algn="l">
              <a:defRPr sz="2550" b="1">
                <a:solidFill>
                  <a:srgbClr val="102A35"/>
                </a:solidFill>
                <a:latin typeface="Apple SD Gothic Neo"/>
                <a:ea typeface="Apple SD Gothic Neo"/>
                <a:cs typeface="Apple SD Gothic Neo"/>
              </a:defRPr>
            </a:defPPr>
          </a:lstStyle>
          <a:p>
            <a:pPr algn="l">
              <a:lnSpc>
                <a:spcPct val="105000"/>
              </a:lnSpc>
              <a:buNone/>
              <a:defRPr sz="2550" b="1">
                <a:solidFill>
                  <a:srgbClr val="102A35"/>
                </a:solidFill>
                <a:latin typeface="Apple SD Gothic Neo"/>
                <a:ea typeface="Apple SD Gothic Neo"/>
                <a:cs typeface="Apple SD Gothic Neo"/>
              </a:defRPr>
            </a:pPr>
            <a:r>
              <a:rPr sz="2550" b="1">
                <a:solidFill>
                  <a:srgbClr val="102A35"/>
                </a:solidFill>
                <a:latin typeface="Apple SD Gothic Neo"/>
                <a:ea typeface="Apple SD Gothic Neo"/>
                <a:cs typeface="Apple SD Gothic Neo"/>
              </a:rPr>
              <a:t>장착과 기준 측정</a:t>
            </a:r>
          </a:p>
        </p:txBody>
      </p:sp>
      <p:sp>
        <p:nvSpPr>
          <p:cNvPr id="11" name="직사각형 10">
            <a:extLst>
              <a:ext uri="{FF2B5EF4-FFF2-40B4-BE49-F238E27FC236}">
                <a16:creationId xmlns:a16="http://schemas.microsoft.com/office/drawing/2014/main" id="{3EBBCEF8-BAF5-4953-9FBF-2FD9326C62B7}"/>
              </a:ext>
            </a:extLst>
          </p:cNvPr>
          <p:cNvSpPr>
            <a:spLocks noGrp="1"/>
          </p:cNvSpPr>
          <p:nvPr/>
        </p:nvSpPr>
        <p:spPr>
          <a:xfrm>
            <a:off x="552450" y="6410325"/>
            <a:ext cx="4191000" cy="1381125"/>
          </a:xfrm>
          <a:prstGeom prst="rect">
            <a:avLst/>
          </a:prstGeom>
          <a:noFill/>
          <a:ln w="0">
            <a:noFill/>
          </a:ln>
        </p:spPr>
        <p:txBody>
          <a:bodyPr lIns="0" tIns="0" rIns="0" bIns="0">
            <a:noAutofit/>
          </a:bodyPr>
          <a:lstStyle>
            <a:defPPr algn="l">
              <a:defRPr sz="2100" b="0">
                <a:solidFill>
                  <a:srgbClr val="657779"/>
                </a:solidFill>
                <a:latin typeface="Apple SD Gothic Neo"/>
                <a:ea typeface="Apple SD Gothic Neo"/>
                <a:cs typeface="Apple SD Gothic Neo"/>
              </a:defRPr>
            </a:defPPr>
          </a:lstStyle>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전력·열관리·센서 고정</a:t>
            </a:r>
          </a:p>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속도·환경별 반복 수집</a:t>
            </a:r>
          </a:p>
        </p:txBody>
      </p:sp>
      <p:sp>
        <p:nvSpPr>
          <p:cNvPr id="12" name="직사각형 11">
            <a:extLst>
              <a:ext uri="{FF2B5EF4-FFF2-40B4-BE49-F238E27FC236}">
                <a16:creationId xmlns:a16="http://schemas.microsoft.com/office/drawing/2014/main" id="{8D1F698C-3650-47CF-B778-BE743EEAFE39}"/>
              </a:ext>
            </a:extLst>
          </p:cNvPr>
          <p:cNvSpPr>
            <a:spLocks noGrp="1"/>
          </p:cNvSpPr>
          <p:nvPr/>
        </p:nvSpPr>
        <p:spPr>
          <a:xfrm>
            <a:off x="5534025" y="4676775"/>
            <a:ext cx="4191000" cy="857250"/>
          </a:xfrm>
          <a:prstGeom prst="rect">
            <a:avLst/>
          </a:prstGeom>
          <a:noFill/>
          <a:ln w="0">
            <a:noFill/>
          </a:ln>
        </p:spPr>
        <p:txBody>
          <a:bodyPr lIns="0" tIns="0" rIns="0" bIns="0">
            <a:noAutofit/>
          </a:bodyPr>
          <a:lstStyle>
            <a:defPPr algn="l">
              <a:defRPr sz="4950" b="1">
                <a:solidFill>
                  <a:srgbClr val="007D80"/>
                </a:solidFill>
                <a:latin typeface="Apple SD Gothic Neo"/>
                <a:ea typeface="Apple SD Gothic Neo"/>
                <a:cs typeface="Apple SD Gothic Neo"/>
              </a:defRPr>
            </a:defPPr>
          </a:lstStyle>
          <a:p>
            <a:pPr algn="l">
              <a:lnSpc>
                <a:spcPct val="105000"/>
              </a:lnSpc>
              <a:buNone/>
              <a:defRPr sz="4950" b="1">
                <a:solidFill>
                  <a:srgbClr val="007D80"/>
                </a:solidFill>
                <a:latin typeface="Apple SD Gothic Neo"/>
                <a:ea typeface="Apple SD Gothic Neo"/>
                <a:cs typeface="Apple SD Gothic Neo"/>
              </a:defRPr>
            </a:pPr>
            <a:r>
              <a:rPr sz="4950" b="1">
                <a:solidFill>
                  <a:srgbClr val="007D80"/>
                </a:solidFill>
                <a:latin typeface="Apple SD Gothic Neo"/>
                <a:ea typeface="Apple SD Gothic Neo"/>
                <a:cs typeface="Apple SD Gothic Neo"/>
              </a:rPr>
              <a:t>02</a:t>
            </a:r>
          </a:p>
        </p:txBody>
      </p:sp>
      <p:sp>
        <p:nvSpPr>
          <p:cNvPr id="13" name="직사각형 12">
            <a:extLst>
              <a:ext uri="{FF2B5EF4-FFF2-40B4-BE49-F238E27FC236}">
                <a16:creationId xmlns:a16="http://schemas.microsoft.com/office/drawing/2014/main" id="{6BCFDF33-792E-46F1-8B70-B679E42F83C8}"/>
              </a:ext>
            </a:extLst>
          </p:cNvPr>
          <p:cNvSpPr>
            <a:spLocks noGrp="1"/>
          </p:cNvSpPr>
          <p:nvPr/>
        </p:nvSpPr>
        <p:spPr>
          <a:xfrm>
            <a:off x="5534025" y="5705475"/>
            <a:ext cx="4191000" cy="523875"/>
          </a:xfrm>
          <a:prstGeom prst="rect">
            <a:avLst/>
          </a:prstGeom>
          <a:noFill/>
          <a:ln w="0">
            <a:noFill/>
          </a:ln>
        </p:spPr>
        <p:txBody>
          <a:bodyPr lIns="0" tIns="0" rIns="0" bIns="0">
            <a:noAutofit/>
          </a:bodyPr>
          <a:lstStyle>
            <a:defPPr algn="l">
              <a:defRPr sz="2550" b="1">
                <a:solidFill>
                  <a:srgbClr val="102A35"/>
                </a:solidFill>
                <a:latin typeface="Apple SD Gothic Neo"/>
                <a:ea typeface="Apple SD Gothic Neo"/>
                <a:cs typeface="Apple SD Gothic Neo"/>
              </a:defRPr>
            </a:defPPr>
          </a:lstStyle>
          <a:p>
            <a:pPr algn="l">
              <a:lnSpc>
                <a:spcPct val="105000"/>
              </a:lnSpc>
              <a:buNone/>
              <a:defRPr sz="2550" b="1">
                <a:solidFill>
                  <a:srgbClr val="102A35"/>
                </a:solidFill>
                <a:latin typeface="Apple SD Gothic Neo"/>
                <a:ea typeface="Apple SD Gothic Neo"/>
                <a:cs typeface="Apple SD Gothic Neo"/>
              </a:defRPr>
            </a:pPr>
            <a:r>
              <a:rPr sz="2550" b="1">
                <a:solidFill>
                  <a:srgbClr val="102A35"/>
                </a:solidFill>
                <a:latin typeface="Apple SD Gothic Neo"/>
                <a:ea typeface="Apple SD Gothic Neo"/>
                <a:cs typeface="Apple SD Gothic Neo"/>
              </a:rPr>
              <a:t>변화 비교 평가</a:t>
            </a:r>
          </a:p>
        </p:txBody>
      </p:sp>
      <p:sp>
        <p:nvSpPr>
          <p:cNvPr id="14" name="직사각형 13">
            <a:extLst>
              <a:ext uri="{FF2B5EF4-FFF2-40B4-BE49-F238E27FC236}">
                <a16:creationId xmlns:a16="http://schemas.microsoft.com/office/drawing/2014/main" id="{2C22E1D3-3649-464A-9181-FAC5F3B33F4A}"/>
              </a:ext>
            </a:extLst>
          </p:cNvPr>
          <p:cNvSpPr>
            <a:spLocks noGrp="1"/>
          </p:cNvSpPr>
          <p:nvPr/>
        </p:nvSpPr>
        <p:spPr>
          <a:xfrm>
            <a:off x="5534025" y="6410325"/>
            <a:ext cx="4191000" cy="1381125"/>
          </a:xfrm>
          <a:prstGeom prst="rect">
            <a:avLst/>
          </a:prstGeom>
          <a:noFill/>
          <a:ln w="0">
            <a:noFill/>
          </a:ln>
        </p:spPr>
        <p:txBody>
          <a:bodyPr lIns="0" tIns="0" rIns="0" bIns="0">
            <a:noAutofit/>
          </a:bodyPr>
          <a:lstStyle>
            <a:defPPr algn="l">
              <a:defRPr sz="2100" b="0">
                <a:solidFill>
                  <a:srgbClr val="657779"/>
                </a:solidFill>
                <a:latin typeface="Apple SD Gothic Neo"/>
                <a:ea typeface="Apple SD Gothic Neo"/>
                <a:cs typeface="Apple SD Gothic Neo"/>
              </a:defRPr>
            </a:defPPr>
          </a:lstStyle>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독립 검증과 전문가 라벨</a:t>
            </a:r>
          </a:p>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정합 오차·오탐·미탐</a:t>
            </a:r>
          </a:p>
        </p:txBody>
      </p:sp>
      <p:sp>
        <p:nvSpPr>
          <p:cNvPr id="15" name="직사각형 14">
            <a:extLst>
              <a:ext uri="{FF2B5EF4-FFF2-40B4-BE49-F238E27FC236}">
                <a16:creationId xmlns:a16="http://schemas.microsoft.com/office/drawing/2014/main" id="{8A20E800-6FEF-4237-A27F-39CC9696F40D}"/>
              </a:ext>
            </a:extLst>
          </p:cNvPr>
          <p:cNvSpPr>
            <a:spLocks noGrp="1"/>
          </p:cNvSpPr>
          <p:nvPr/>
        </p:nvSpPr>
        <p:spPr>
          <a:xfrm>
            <a:off x="10515600" y="4676775"/>
            <a:ext cx="4191000" cy="857250"/>
          </a:xfrm>
          <a:prstGeom prst="rect">
            <a:avLst/>
          </a:prstGeom>
          <a:noFill/>
          <a:ln w="0">
            <a:noFill/>
          </a:ln>
        </p:spPr>
        <p:txBody>
          <a:bodyPr lIns="0" tIns="0" rIns="0" bIns="0">
            <a:noAutofit/>
          </a:bodyPr>
          <a:lstStyle>
            <a:defPPr algn="l">
              <a:defRPr sz="4950" b="1">
                <a:solidFill>
                  <a:srgbClr val="007D80"/>
                </a:solidFill>
                <a:latin typeface="Apple SD Gothic Neo"/>
                <a:ea typeface="Apple SD Gothic Neo"/>
                <a:cs typeface="Apple SD Gothic Neo"/>
              </a:defRPr>
            </a:defPPr>
          </a:lstStyle>
          <a:p>
            <a:pPr algn="l">
              <a:lnSpc>
                <a:spcPct val="105000"/>
              </a:lnSpc>
              <a:buNone/>
              <a:defRPr sz="4950" b="1">
                <a:solidFill>
                  <a:srgbClr val="007D80"/>
                </a:solidFill>
                <a:latin typeface="Apple SD Gothic Neo"/>
                <a:ea typeface="Apple SD Gothic Neo"/>
                <a:cs typeface="Apple SD Gothic Neo"/>
              </a:defRPr>
            </a:pPr>
            <a:r>
              <a:rPr sz="4950" b="1">
                <a:solidFill>
                  <a:srgbClr val="007D80"/>
                </a:solidFill>
                <a:latin typeface="Apple SD Gothic Neo"/>
                <a:ea typeface="Apple SD Gothic Neo"/>
                <a:cs typeface="Apple SD Gothic Neo"/>
              </a:rPr>
              <a:t>03</a:t>
            </a:r>
          </a:p>
        </p:txBody>
      </p:sp>
      <p:sp>
        <p:nvSpPr>
          <p:cNvPr id="16" name="직사각형 15">
            <a:extLst>
              <a:ext uri="{FF2B5EF4-FFF2-40B4-BE49-F238E27FC236}">
                <a16:creationId xmlns:a16="http://schemas.microsoft.com/office/drawing/2014/main" id="{141C4B5A-9270-41BD-BF59-D44F8BD211FF}"/>
              </a:ext>
            </a:extLst>
          </p:cNvPr>
          <p:cNvSpPr>
            <a:spLocks noGrp="1"/>
          </p:cNvSpPr>
          <p:nvPr/>
        </p:nvSpPr>
        <p:spPr>
          <a:xfrm>
            <a:off x="10515600" y="5705475"/>
            <a:ext cx="4191000" cy="523875"/>
          </a:xfrm>
          <a:prstGeom prst="rect">
            <a:avLst/>
          </a:prstGeom>
          <a:noFill/>
          <a:ln w="0">
            <a:noFill/>
          </a:ln>
        </p:spPr>
        <p:txBody>
          <a:bodyPr lIns="0" tIns="0" rIns="0" bIns="0">
            <a:noAutofit/>
          </a:bodyPr>
          <a:lstStyle>
            <a:defPPr algn="l">
              <a:defRPr sz="2550" b="1">
                <a:solidFill>
                  <a:srgbClr val="102A35"/>
                </a:solidFill>
                <a:latin typeface="Apple SD Gothic Neo"/>
                <a:ea typeface="Apple SD Gothic Neo"/>
                <a:cs typeface="Apple SD Gothic Neo"/>
              </a:defRPr>
            </a:defPPr>
          </a:lstStyle>
          <a:p>
            <a:pPr algn="l">
              <a:lnSpc>
                <a:spcPct val="105000"/>
              </a:lnSpc>
              <a:buNone/>
              <a:defRPr sz="2550" b="1">
                <a:solidFill>
                  <a:srgbClr val="102A35"/>
                </a:solidFill>
                <a:latin typeface="Apple SD Gothic Neo"/>
                <a:ea typeface="Apple SD Gothic Neo"/>
                <a:cs typeface="Apple SD Gothic Neo"/>
              </a:defRPr>
            </a:pPr>
            <a:r>
              <a:rPr sz="2550" b="1">
                <a:solidFill>
                  <a:srgbClr val="102A35"/>
                </a:solidFill>
                <a:latin typeface="Apple SD Gothic Neo"/>
                <a:ea typeface="Apple SD Gothic Neo"/>
                <a:cs typeface="Apple SD Gothic Neo"/>
              </a:rPr>
              <a:t>업무 실증</a:t>
            </a:r>
          </a:p>
        </p:txBody>
      </p:sp>
      <p:sp>
        <p:nvSpPr>
          <p:cNvPr id="17" name="직사각형 16">
            <a:extLst>
              <a:ext uri="{FF2B5EF4-FFF2-40B4-BE49-F238E27FC236}">
                <a16:creationId xmlns:a16="http://schemas.microsoft.com/office/drawing/2014/main" id="{67B99F3A-E450-4C73-816D-34417CAA85A2}"/>
              </a:ext>
            </a:extLst>
          </p:cNvPr>
          <p:cNvSpPr>
            <a:spLocks noGrp="1"/>
          </p:cNvSpPr>
          <p:nvPr/>
        </p:nvSpPr>
        <p:spPr>
          <a:xfrm>
            <a:off x="10515600" y="6410325"/>
            <a:ext cx="4191000" cy="1381125"/>
          </a:xfrm>
          <a:prstGeom prst="rect">
            <a:avLst/>
          </a:prstGeom>
          <a:noFill/>
          <a:ln w="0">
            <a:noFill/>
          </a:ln>
        </p:spPr>
        <p:txBody>
          <a:bodyPr lIns="0" tIns="0" rIns="0" bIns="0">
            <a:noAutofit/>
          </a:bodyPr>
          <a:lstStyle>
            <a:defPPr algn="l">
              <a:defRPr sz="2100" b="0">
                <a:solidFill>
                  <a:srgbClr val="657779"/>
                </a:solidFill>
                <a:latin typeface="Apple SD Gothic Neo"/>
                <a:ea typeface="Apple SD Gothic Neo"/>
                <a:cs typeface="Apple SD Gothic Neo"/>
              </a:defRPr>
            </a:defPPr>
          </a:lstStyle>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위치 오차·확인 소요시간</a:t>
            </a:r>
          </a:p>
          <a:p>
            <a:pPr algn="l">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인계·조치·복구 후 추적</a:t>
            </a:r>
          </a:p>
        </p:txBody>
      </p:sp>
      <p:sp>
        <p:nvSpPr>
          <p:cNvPr id="18" name="직사각형 17">
            <a:extLst>
              <a:ext uri="{FF2B5EF4-FFF2-40B4-BE49-F238E27FC236}">
                <a16:creationId xmlns:a16="http://schemas.microsoft.com/office/drawing/2014/main" id="{A080B1F6-05FE-4A07-B120-205D7EB92CE5}"/>
              </a:ext>
            </a:extLst>
          </p:cNvPr>
          <p:cNvSpPr>
            <a:spLocks noGrp="1"/>
          </p:cNvSpPr>
          <p:nvPr/>
        </p:nvSpPr>
        <p:spPr>
          <a:xfrm>
            <a:off x="533400" y="7724775"/>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[실증 필요] 목표값과 판정 기준은 장비사·조사기업·수요기관과 사전 합의</a:t>
            </a:r>
          </a:p>
        </p:txBody>
      </p:sp>
    </p:spTree>
    <p:extLst>
      <p:ext uri="{BB962C8B-B14F-4D97-AF65-F5344CB8AC3E}">
        <p14:creationId xmlns:p14="http://schemas.microsoft.com/office/powerpoint/2010/main" val="751165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95562F03-F27D-4A4F-A0A7-61CF33248D4C}"/>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D54BE06E-8C98-4D38-B0FD-2E41FE9D21F1}"/>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평가 지표</a:t>
            </a:r>
          </a:p>
        </p:txBody>
      </p:sp>
      <p:sp>
        <p:nvSpPr>
          <p:cNvPr id="3" name="직사각형 2">
            <a:extLst>
              <a:ext uri="{FF2B5EF4-FFF2-40B4-BE49-F238E27FC236}">
                <a16:creationId xmlns:a16="http://schemas.microsoft.com/office/drawing/2014/main" id="{8DBBCA4F-25E1-4996-B1AA-850CD2230DAB}"/>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B53B04F3-DF85-44D7-9A70-A1C1AFF138AD}"/>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성공 기준은 조기 발견과 업무 완료</a:t>
            </a:r>
          </a:p>
        </p:txBody>
      </p:sp>
      <p:sp>
        <p:nvSpPr>
          <p:cNvPr id="5" name="직사각형 4">
            <a:extLst>
              <a:ext uri="{FF2B5EF4-FFF2-40B4-BE49-F238E27FC236}">
                <a16:creationId xmlns:a16="http://schemas.microsoft.com/office/drawing/2014/main" id="{A5EB61BB-2495-44A1-937A-1BBC2F37A627}"/>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4CCDCF95-606D-4344-B4E7-17549E2CAD71}"/>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21</a:t>
            </a:r>
          </a:p>
        </p:txBody>
      </p:sp>
      <p:sp>
        <p:nvSpPr>
          <p:cNvPr id="7" name="직사각형 6">
            <a:extLst>
              <a:ext uri="{FF2B5EF4-FFF2-40B4-BE49-F238E27FC236}">
                <a16:creationId xmlns:a16="http://schemas.microsoft.com/office/drawing/2014/main" id="{89021DF4-D3DF-4D81-B845-E5C0020AA042}"/>
              </a:ext>
            </a:extLst>
          </p:cNvPr>
          <p:cNvSpPr>
            <a:spLocks noGrp="1"/>
          </p:cNvSpPr>
          <p:nvPr/>
        </p:nvSpPr>
        <p:spPr>
          <a:xfrm>
            <a:off x="533400" y="2000250"/>
            <a:ext cx="14097000" cy="1000125"/>
          </a:xfrm>
          <a:prstGeom prst="rect">
            <a:avLst/>
          </a:prstGeom>
          <a:noFill/>
          <a:ln w="0">
            <a:noFill/>
          </a:ln>
        </p:spPr>
        <p:txBody>
          <a:bodyPr lIns="0" tIns="0" rIns="0" bIns="0">
            <a:noAutofit/>
          </a:bodyPr>
          <a:lstStyle>
            <a:defPPr algn="l">
              <a:defRPr sz="5850" b="1">
                <a:solidFill>
                  <a:srgbClr val="007D80"/>
                </a:solidFill>
                <a:latin typeface="Apple SD Gothic Neo"/>
                <a:ea typeface="Apple SD Gothic Neo"/>
                <a:cs typeface="Apple SD Gothic Neo"/>
              </a:defRPr>
            </a:defPPr>
          </a:lstStyle>
          <a:p>
            <a:pPr algn="l">
              <a:lnSpc>
                <a:spcPct val="105000"/>
              </a:lnSpc>
              <a:buNone/>
              <a:defRPr sz="5850" b="1">
                <a:solidFill>
                  <a:srgbClr val="007D80"/>
                </a:solidFill>
                <a:latin typeface="Apple SD Gothic Neo"/>
                <a:ea typeface="Apple SD Gothic Neo"/>
                <a:cs typeface="Apple SD Gothic Neo"/>
              </a:defRPr>
            </a:pPr>
            <a:r>
              <a:rPr sz="5850" b="1">
                <a:solidFill>
                  <a:srgbClr val="007D80"/>
                </a:solidFill>
                <a:latin typeface="Apple SD Gothic Neo"/>
                <a:ea typeface="Apple SD Gothic Neo"/>
                <a:cs typeface="Apple SD Gothic Neo"/>
              </a:rPr>
              <a:t>한 번의 조기 발견</a:t>
            </a:r>
          </a:p>
        </p:txBody>
      </p:sp>
      <p:sp>
        <p:nvSpPr>
          <p:cNvPr id="8" name="직사각형 7">
            <a:extLst>
              <a:ext uri="{FF2B5EF4-FFF2-40B4-BE49-F238E27FC236}">
                <a16:creationId xmlns:a16="http://schemas.microsoft.com/office/drawing/2014/main" id="{19F7A62B-04C5-4BCB-A1EB-1C3D6A5526C5}"/>
              </a:ext>
            </a:extLst>
          </p:cNvPr>
          <p:cNvSpPr>
            <a:spLocks noGrp="1"/>
          </p:cNvSpPr>
          <p:nvPr/>
        </p:nvSpPr>
        <p:spPr>
          <a:xfrm>
            <a:off x="533400" y="3095625"/>
            <a:ext cx="14097000" cy="1000125"/>
          </a:xfrm>
          <a:prstGeom prst="rect">
            <a:avLst/>
          </a:prstGeom>
          <a:noFill/>
          <a:ln w="0">
            <a:noFill/>
          </a:ln>
        </p:spPr>
        <p:txBody>
          <a:bodyPr lIns="0" tIns="0" rIns="0" bIns="0">
            <a:noAutofit/>
          </a:bodyPr>
          <a:lstStyle>
            <a:defPPr algn="l">
              <a:defRPr sz="5850" b="1">
                <a:solidFill>
                  <a:srgbClr val="102A35"/>
                </a:solidFill>
                <a:latin typeface="Apple SD Gothic Neo"/>
                <a:ea typeface="Apple SD Gothic Neo"/>
                <a:cs typeface="Apple SD Gothic Neo"/>
              </a:defRPr>
            </a:defPPr>
          </a:lstStyle>
          <a:p>
            <a:pPr algn="l">
              <a:lnSpc>
                <a:spcPct val="105000"/>
              </a:lnSpc>
              <a:buNone/>
              <a:defRPr sz="5850" b="1">
                <a:solidFill>
                  <a:srgbClr val="102A35"/>
                </a:solidFill>
                <a:latin typeface="Apple SD Gothic Neo"/>
                <a:ea typeface="Apple SD Gothic Neo"/>
                <a:cs typeface="Apple SD Gothic Neo"/>
              </a:defRPr>
            </a:pPr>
            <a:r>
              <a:rPr sz="5850" b="1">
                <a:solidFill>
                  <a:srgbClr val="102A35"/>
                </a:solidFill>
                <a:latin typeface="Apple SD Gothic Neo"/>
                <a:ea typeface="Apple SD Gothic Neo"/>
                <a:cs typeface="Apple SD Gothic Neo"/>
              </a:rPr>
              <a:t>한 사람의 무사 귀가</a:t>
            </a:r>
          </a:p>
        </p:txBody>
      </p:sp>
      <p:sp>
        <p:nvSpPr>
          <p:cNvPr id="9" name="직사각형 8">
            <a:extLst>
              <a:ext uri="{FF2B5EF4-FFF2-40B4-BE49-F238E27FC236}">
                <a16:creationId xmlns:a16="http://schemas.microsoft.com/office/drawing/2014/main" id="{77603AD2-BF4E-4DA8-A989-44F1907752D1}"/>
              </a:ext>
            </a:extLst>
          </p:cNvPr>
          <p:cNvSpPr>
            <a:spLocks noGrp="1"/>
          </p:cNvSpPr>
          <p:nvPr/>
        </p:nvSpPr>
        <p:spPr>
          <a:xfrm>
            <a:off x="533400" y="4629150"/>
            <a:ext cx="14173200" cy="14288"/>
          </a:xfrm>
          <a:prstGeom prst="rect">
            <a:avLst/>
          </a:prstGeom>
          <a:solidFill>
            <a:srgbClr val="CCD5D0"/>
          </a:solidFill>
          <a:ln w="0">
            <a:noFill/>
          </a:ln>
        </p:spPr>
        <p:txBody>
          <a:bodyPr/>
          <a:lstStyle/>
          <a:p>
            <a:endParaRPr lang="ko-KR" altLang="en-US"/>
          </a:p>
        </p:txBody>
      </p:sp>
      <p:sp>
        <p:nvSpPr>
          <p:cNvPr id="10" name="직사각형 9">
            <a:extLst>
              <a:ext uri="{FF2B5EF4-FFF2-40B4-BE49-F238E27FC236}">
                <a16:creationId xmlns:a16="http://schemas.microsoft.com/office/drawing/2014/main" id="{A9C689C4-9E97-46C2-AB8A-6FE0814A3BE3}"/>
              </a:ext>
            </a:extLst>
          </p:cNvPr>
          <p:cNvSpPr>
            <a:spLocks noGrp="1"/>
          </p:cNvSpPr>
          <p:nvPr/>
        </p:nvSpPr>
        <p:spPr>
          <a:xfrm>
            <a:off x="552450" y="5181600"/>
            <a:ext cx="41910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측정 신뢰도</a:t>
            </a:r>
          </a:p>
        </p:txBody>
      </p:sp>
      <p:sp>
        <p:nvSpPr>
          <p:cNvPr id="11" name="직사각형 10">
            <a:extLst>
              <a:ext uri="{FF2B5EF4-FFF2-40B4-BE49-F238E27FC236}">
                <a16:creationId xmlns:a16="http://schemas.microsoft.com/office/drawing/2014/main" id="{6A4A4D7A-F8A3-4C72-A730-B89288CBD84A}"/>
              </a:ext>
            </a:extLst>
          </p:cNvPr>
          <p:cNvSpPr>
            <a:spLocks noGrp="1"/>
          </p:cNvSpPr>
          <p:nvPr/>
        </p:nvSpPr>
        <p:spPr>
          <a:xfrm>
            <a:off x="552450" y="5819775"/>
            <a:ext cx="41910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정합 오차</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유효 데이터 비율</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조건별 비교 가능 범위</a:t>
            </a:r>
          </a:p>
        </p:txBody>
      </p:sp>
      <p:sp>
        <p:nvSpPr>
          <p:cNvPr id="12" name="직사각형 11">
            <a:extLst>
              <a:ext uri="{FF2B5EF4-FFF2-40B4-BE49-F238E27FC236}">
                <a16:creationId xmlns:a16="http://schemas.microsoft.com/office/drawing/2014/main" id="{984E5F49-EDC8-4A89-AEAF-2B1572BA0CCF}"/>
              </a:ext>
            </a:extLst>
          </p:cNvPr>
          <p:cNvSpPr>
            <a:spLocks noGrp="1"/>
          </p:cNvSpPr>
          <p:nvPr/>
        </p:nvSpPr>
        <p:spPr>
          <a:xfrm>
            <a:off x="5534025" y="5181600"/>
            <a:ext cx="41910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발견과 확인</a:t>
            </a:r>
          </a:p>
        </p:txBody>
      </p:sp>
      <p:sp>
        <p:nvSpPr>
          <p:cNvPr id="13" name="직사각형 12">
            <a:extLst>
              <a:ext uri="{FF2B5EF4-FFF2-40B4-BE49-F238E27FC236}">
                <a16:creationId xmlns:a16="http://schemas.microsoft.com/office/drawing/2014/main" id="{66E6F7E7-BDB8-48AA-9AAC-87A0F8C81141}"/>
              </a:ext>
            </a:extLst>
          </p:cNvPr>
          <p:cNvSpPr>
            <a:spLocks noGrp="1"/>
          </p:cNvSpPr>
          <p:nvPr/>
        </p:nvSpPr>
        <p:spPr>
          <a:xfrm>
            <a:off x="5534025" y="5819775"/>
            <a:ext cx="41910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탐지율·거리당 오탐·미탐</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후보부터 현장 확인까지 시간</a:t>
            </a:r>
          </a:p>
        </p:txBody>
      </p:sp>
      <p:sp>
        <p:nvSpPr>
          <p:cNvPr id="14" name="직사각형 13">
            <a:extLst>
              <a:ext uri="{FF2B5EF4-FFF2-40B4-BE49-F238E27FC236}">
                <a16:creationId xmlns:a16="http://schemas.microsoft.com/office/drawing/2014/main" id="{AD36FD8A-3A93-43F6-8BE1-14CFD911B4C1}"/>
              </a:ext>
            </a:extLst>
          </p:cNvPr>
          <p:cNvSpPr>
            <a:spLocks noGrp="1"/>
          </p:cNvSpPr>
          <p:nvPr/>
        </p:nvSpPr>
        <p:spPr>
          <a:xfrm>
            <a:off x="10515600" y="5181600"/>
            <a:ext cx="41910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운영 효과</a:t>
            </a:r>
          </a:p>
        </p:txBody>
      </p:sp>
      <p:sp>
        <p:nvSpPr>
          <p:cNvPr id="15" name="직사각형 14">
            <a:extLst>
              <a:ext uri="{FF2B5EF4-FFF2-40B4-BE49-F238E27FC236}">
                <a16:creationId xmlns:a16="http://schemas.microsoft.com/office/drawing/2014/main" id="{36834935-49E0-4C1A-A9CF-433C7EDA5BA9}"/>
              </a:ext>
            </a:extLst>
          </p:cNvPr>
          <p:cNvSpPr>
            <a:spLocks noGrp="1"/>
          </p:cNvSpPr>
          <p:nvPr/>
        </p:nvSpPr>
        <p:spPr>
          <a:xfrm>
            <a:off x="10515600" y="5819775"/>
            <a:ext cx="41910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위험 구간 재방문 간격</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재확인 완료율·전력·운영비</a:t>
            </a:r>
          </a:p>
        </p:txBody>
      </p:sp>
      <p:sp>
        <p:nvSpPr>
          <p:cNvPr id="16" name="직사각형 15">
            <a:extLst>
              <a:ext uri="{FF2B5EF4-FFF2-40B4-BE49-F238E27FC236}">
                <a16:creationId xmlns:a16="http://schemas.microsoft.com/office/drawing/2014/main" id="{7A185821-04BB-43CD-A6EA-5DE6B4A7919C}"/>
              </a:ext>
            </a:extLst>
          </p:cNvPr>
          <p:cNvSpPr>
            <a:spLocks noGrp="1"/>
          </p:cNvSpPr>
          <p:nvPr/>
        </p:nvSpPr>
        <p:spPr>
          <a:xfrm>
            <a:off x="533400" y="7724775"/>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[실증 필요] 예방 효과와 비용 효과는 장기 추적 및 기존 업무와의 비교로 평가</a:t>
            </a:r>
          </a:p>
        </p:txBody>
      </p:sp>
    </p:spTree>
    <p:extLst>
      <p:ext uri="{BB962C8B-B14F-4D97-AF65-F5344CB8AC3E}">
        <p14:creationId xmlns:p14="http://schemas.microsoft.com/office/powerpoint/2010/main" val="1798007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3D9F134F-46ED-44AA-942F-9CAA7525F2A0}"/>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ACD86213-E256-4098-8275-29794F13ADA6}"/>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사업 구조</a:t>
            </a:r>
          </a:p>
        </p:txBody>
      </p:sp>
      <p:sp>
        <p:nvSpPr>
          <p:cNvPr id="3" name="직사각형 2">
            <a:extLst>
              <a:ext uri="{FF2B5EF4-FFF2-40B4-BE49-F238E27FC236}">
                <a16:creationId xmlns:a16="http://schemas.microsoft.com/office/drawing/2014/main" id="{4C00FD46-0E92-4D61-8AAE-16ACA14D1057}"/>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D03D666F-76CF-4D94-8C4A-2878D82A889D}"/>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공공 순찰 계약에서 현장 관측으로 확장</a:t>
            </a:r>
          </a:p>
        </p:txBody>
      </p:sp>
      <p:sp>
        <p:nvSpPr>
          <p:cNvPr id="5" name="직사각형 4">
            <a:extLst>
              <a:ext uri="{FF2B5EF4-FFF2-40B4-BE49-F238E27FC236}">
                <a16:creationId xmlns:a16="http://schemas.microsoft.com/office/drawing/2014/main" id="{26EC8858-0474-4E41-B8BC-8A8242FB5A05}"/>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F12C9DEE-BA78-4205-AE73-AEA180B4616B}"/>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22</a:t>
            </a:r>
          </a:p>
        </p:txBody>
      </p:sp>
      <p:sp>
        <p:nvSpPr>
          <p:cNvPr id="7" name="직사각형 6">
            <a:extLst>
              <a:ext uri="{FF2B5EF4-FFF2-40B4-BE49-F238E27FC236}">
                <a16:creationId xmlns:a16="http://schemas.microsoft.com/office/drawing/2014/main" id="{93A275AB-5CA0-4856-A541-E310442CD7E6}"/>
              </a:ext>
            </a:extLst>
          </p:cNvPr>
          <p:cNvSpPr>
            <a:spLocks noGrp="1"/>
          </p:cNvSpPr>
          <p:nvPr/>
        </p:nvSpPr>
        <p:spPr>
          <a:xfrm>
            <a:off x="457200" y="2114550"/>
            <a:ext cx="8143875" cy="5029200"/>
          </a:xfrm>
          <a:prstGeom prst="rect">
            <a:avLst/>
          </a:prstGeom>
          <a:solidFill>
            <a:srgbClr val="102A35"/>
          </a:solidFill>
          <a:ln w="0">
            <a:noFill/>
          </a:ln>
        </p:spPr>
        <p:txBody>
          <a:bodyPr/>
          <a:lstStyle/>
          <a:p>
            <a:endParaRPr lang="ko-KR" altLang="en-US"/>
          </a:p>
        </p:txBody>
      </p:sp>
      <p:sp>
        <p:nvSpPr>
          <p:cNvPr id="8" name="직사각형 7">
            <a:extLst>
              <a:ext uri="{FF2B5EF4-FFF2-40B4-BE49-F238E27FC236}">
                <a16:creationId xmlns:a16="http://schemas.microsoft.com/office/drawing/2014/main" id="{F989E8AB-68B7-459B-A7E7-E4D5436E42AA}"/>
              </a:ext>
            </a:extLst>
          </p:cNvPr>
          <p:cNvSpPr>
            <a:spLocks noGrp="1"/>
          </p:cNvSpPr>
          <p:nvPr/>
        </p:nvSpPr>
        <p:spPr>
          <a:xfrm>
            <a:off x="781050" y="2419350"/>
            <a:ext cx="7191375" cy="1181100"/>
          </a:xfrm>
          <a:prstGeom prst="rect">
            <a:avLst/>
          </a:prstGeom>
          <a:noFill/>
          <a:ln w="0">
            <a:noFill/>
          </a:ln>
        </p:spPr>
        <p:txBody>
          <a:bodyPr lIns="0" tIns="0" rIns="0" bIns="0">
            <a:noAutofit/>
          </a:bodyPr>
          <a:lstStyle>
            <a:defPPr algn="l">
              <a:defRPr sz="7500" b="1">
                <a:solidFill>
                  <a:srgbClr val="A9F2CE"/>
                </a:solidFill>
                <a:latin typeface="Apple SD Gothic Neo"/>
                <a:ea typeface="Apple SD Gothic Neo"/>
                <a:cs typeface="Apple SD Gothic Neo"/>
              </a:defRPr>
            </a:defPPr>
          </a:lstStyle>
          <a:p>
            <a:pPr algn="l">
              <a:lnSpc>
                <a:spcPct val="105000"/>
              </a:lnSpc>
              <a:buNone/>
              <a:defRPr sz="7500" b="1">
                <a:solidFill>
                  <a:srgbClr val="A9F2CE"/>
                </a:solidFill>
                <a:latin typeface="Apple SD Gothic Neo"/>
                <a:ea typeface="Apple SD Gothic Neo"/>
                <a:cs typeface="Apple SD Gothic Neo"/>
              </a:defRPr>
            </a:pPr>
            <a:r>
              <a:rPr sz="7500" b="1">
                <a:solidFill>
                  <a:srgbClr val="A9F2CE"/>
                </a:solidFill>
                <a:latin typeface="Apple SD Gothic Neo"/>
                <a:ea typeface="Apple SD Gothic Neo"/>
                <a:cs typeface="Apple SD Gothic Neo"/>
              </a:rPr>
              <a:t>B2G</a:t>
            </a:r>
          </a:p>
        </p:txBody>
      </p:sp>
      <p:sp>
        <p:nvSpPr>
          <p:cNvPr id="9" name="직사각형 8">
            <a:extLst>
              <a:ext uri="{FF2B5EF4-FFF2-40B4-BE49-F238E27FC236}">
                <a16:creationId xmlns:a16="http://schemas.microsoft.com/office/drawing/2014/main" id="{71751F9F-8FA0-44E9-BDE0-C3750DEE81D2}"/>
              </a:ext>
            </a:extLst>
          </p:cNvPr>
          <p:cNvSpPr>
            <a:spLocks noGrp="1"/>
          </p:cNvSpPr>
          <p:nvPr/>
        </p:nvSpPr>
        <p:spPr>
          <a:xfrm>
            <a:off x="809625" y="3990975"/>
            <a:ext cx="7096125" cy="1647825"/>
          </a:xfrm>
          <a:prstGeom prst="rect">
            <a:avLst/>
          </a:prstGeom>
          <a:noFill/>
          <a:ln w="0">
            <a:noFill/>
          </a:ln>
        </p:spPr>
        <p:txBody>
          <a:bodyPr lIns="0" tIns="0" rIns="0" bIns="0">
            <a:noAutofit/>
          </a:bodyPr>
          <a:lstStyle>
            <a:defPPr algn="l">
              <a:defRPr sz="2550" b="0">
                <a:solidFill>
                  <a:srgbClr val="FFFFFF"/>
                </a:solidFill>
                <a:latin typeface="Apple SD Gothic Neo"/>
                <a:ea typeface="Apple SD Gothic Neo"/>
                <a:cs typeface="Apple SD Gothic Neo"/>
              </a:defRPr>
            </a:defPPr>
          </a:lstStyle>
          <a:p>
            <a:pPr algn="l">
              <a:lnSpc>
                <a:spcPct val="105000"/>
              </a:lnSpc>
              <a:buNone/>
              <a:defRPr sz="2550" b="0">
                <a:solidFill>
                  <a:srgbClr val="FFFFFF"/>
                </a:solidFill>
                <a:latin typeface="Apple SD Gothic Neo"/>
                <a:ea typeface="Apple SD Gothic Neo"/>
                <a:cs typeface="Apple SD Gothic Neo"/>
              </a:defRPr>
            </a:pPr>
            <a:r>
              <a:rPr sz="2550" b="0">
                <a:solidFill>
                  <a:srgbClr val="FFFFFF"/>
                </a:solidFill>
                <a:latin typeface="Apple SD Gothic Neo"/>
                <a:ea typeface="Apple SD Gothic Neo"/>
                <a:cs typeface="Apple SD Gothic Neo"/>
              </a:rPr>
              <a:t>서울시·자치구 도로관리 부서</a:t>
            </a:r>
          </a:p>
          <a:p>
            <a:pPr algn="l">
              <a:lnSpc>
                <a:spcPct val="105000"/>
              </a:lnSpc>
              <a:buNone/>
              <a:defRPr sz="2550" b="0">
                <a:solidFill>
                  <a:srgbClr val="FFFFFF"/>
                </a:solidFill>
                <a:latin typeface="Apple SD Gothic Neo"/>
                <a:ea typeface="Apple SD Gothic Neo"/>
                <a:cs typeface="Apple SD Gothic Neo"/>
              </a:defRPr>
            </a:pPr>
            <a:r>
              <a:rPr sz="2550" b="0">
                <a:solidFill>
                  <a:srgbClr val="FFFFFF"/>
                </a:solidFill>
                <a:latin typeface="Apple SD Gothic Neo"/>
                <a:ea typeface="Apple SD Gothic Neo"/>
                <a:cs typeface="Apple SD Gothic Neo"/>
              </a:rPr>
              <a:t>상하수도 관리기관</a:t>
            </a:r>
          </a:p>
          <a:p>
            <a:pPr algn="l">
              <a:lnSpc>
                <a:spcPct val="105000"/>
              </a:lnSpc>
              <a:buNone/>
              <a:defRPr sz="2550" b="0">
                <a:solidFill>
                  <a:srgbClr val="FFFFFF"/>
                </a:solidFill>
                <a:latin typeface="Apple SD Gothic Neo"/>
                <a:ea typeface="Apple SD Gothic Neo"/>
                <a:cs typeface="Apple SD Gothic Neo"/>
              </a:defRPr>
            </a:pPr>
            <a:r>
              <a:rPr sz="2550" b="0">
                <a:solidFill>
                  <a:srgbClr val="FFFFFF"/>
                </a:solidFill>
                <a:latin typeface="Apple SD Gothic Neo"/>
                <a:ea typeface="Apple SD Gothic Neo"/>
                <a:cs typeface="Apple SD Gothic Neo"/>
              </a:rPr>
              <a:t>서울교통공사·철도 운영기관</a:t>
            </a:r>
          </a:p>
        </p:txBody>
      </p:sp>
      <p:sp>
        <p:nvSpPr>
          <p:cNvPr id="10" name="직사각형 9">
            <a:extLst>
              <a:ext uri="{FF2B5EF4-FFF2-40B4-BE49-F238E27FC236}">
                <a16:creationId xmlns:a16="http://schemas.microsoft.com/office/drawing/2014/main" id="{85A3E376-AF1D-438D-8135-D47DBF2D0A60}"/>
              </a:ext>
            </a:extLst>
          </p:cNvPr>
          <p:cNvSpPr>
            <a:spLocks noGrp="1"/>
          </p:cNvSpPr>
          <p:nvPr/>
        </p:nvSpPr>
        <p:spPr>
          <a:xfrm>
            <a:off x="809625" y="6248400"/>
            <a:ext cx="7096125" cy="476250"/>
          </a:xfrm>
          <a:prstGeom prst="rect">
            <a:avLst/>
          </a:prstGeom>
          <a:noFill/>
          <a:ln w="0">
            <a:noFill/>
          </a:ln>
        </p:spPr>
        <p:txBody>
          <a:bodyPr lIns="0" tIns="0" rIns="0" bIns="0">
            <a:noAutofit/>
          </a:bodyPr>
          <a:lstStyle>
            <a:defPPr algn="l">
              <a:defRPr sz="2400" b="1">
                <a:solidFill>
                  <a:srgbClr val="A9F2CE"/>
                </a:solidFill>
                <a:latin typeface="Apple SD Gothic Neo"/>
                <a:ea typeface="Apple SD Gothic Neo"/>
                <a:cs typeface="Apple SD Gothic Neo"/>
              </a:defRPr>
            </a:defPPr>
          </a:lstStyle>
          <a:p>
            <a:pPr algn="l">
              <a:lnSpc>
                <a:spcPct val="105000"/>
              </a:lnSpc>
              <a:buNone/>
              <a:defRPr sz="2400" b="1">
                <a:solidFill>
                  <a:srgbClr val="A9F2CE"/>
                </a:solidFill>
                <a:latin typeface="Apple SD Gothic Neo"/>
                <a:ea typeface="Apple SD Gothic Neo"/>
                <a:cs typeface="Apple SD Gothic Neo"/>
              </a:defRPr>
            </a:pPr>
            <a:r>
              <a:rPr sz="2400" b="1">
                <a:solidFill>
                  <a:srgbClr val="A9F2CE"/>
                </a:solidFill>
                <a:latin typeface="Apple SD Gothic Neo"/>
                <a:ea typeface="Apple SD Gothic Neo"/>
                <a:cs typeface="Apple SD Gothic Neo"/>
              </a:rPr>
              <a:t>반복 순찰 운영과 관측 이력</a:t>
            </a:r>
          </a:p>
        </p:txBody>
      </p:sp>
      <p:sp>
        <p:nvSpPr>
          <p:cNvPr id="11" name="직사각형 10">
            <a:extLst>
              <a:ext uri="{FF2B5EF4-FFF2-40B4-BE49-F238E27FC236}">
                <a16:creationId xmlns:a16="http://schemas.microsoft.com/office/drawing/2014/main" id="{7F2DA399-C4D2-43F0-87BD-E9C3BCC0342E}"/>
              </a:ext>
            </a:extLst>
          </p:cNvPr>
          <p:cNvSpPr>
            <a:spLocks noGrp="1"/>
          </p:cNvSpPr>
          <p:nvPr/>
        </p:nvSpPr>
        <p:spPr>
          <a:xfrm>
            <a:off x="9163050" y="2419350"/>
            <a:ext cx="5429250" cy="952500"/>
          </a:xfrm>
          <a:prstGeom prst="rect">
            <a:avLst/>
          </a:prstGeom>
          <a:noFill/>
          <a:ln w="0">
            <a:noFill/>
          </a:ln>
        </p:spPr>
        <p:txBody>
          <a:bodyPr lIns="0" tIns="0" rIns="0" bIns="0">
            <a:noAutofit/>
          </a:bodyPr>
          <a:lstStyle>
            <a:defPPr algn="l">
              <a:defRPr sz="5625" b="1">
                <a:solidFill>
                  <a:srgbClr val="007D80"/>
                </a:solidFill>
                <a:latin typeface="Apple SD Gothic Neo"/>
                <a:ea typeface="Apple SD Gothic Neo"/>
                <a:cs typeface="Apple SD Gothic Neo"/>
              </a:defRPr>
            </a:defPPr>
          </a:lstStyle>
          <a:p>
            <a:pPr algn="l">
              <a:lnSpc>
                <a:spcPct val="105000"/>
              </a:lnSpc>
              <a:buNone/>
              <a:defRPr sz="5625" b="1">
                <a:solidFill>
                  <a:srgbClr val="007D80"/>
                </a:solidFill>
                <a:latin typeface="Apple SD Gothic Neo"/>
                <a:ea typeface="Apple SD Gothic Neo"/>
                <a:cs typeface="Apple SD Gothic Neo"/>
              </a:defRPr>
            </a:pPr>
            <a:r>
              <a:rPr sz="5625" b="1">
                <a:solidFill>
                  <a:srgbClr val="007D80"/>
                </a:solidFill>
                <a:latin typeface="Apple SD Gothic Neo"/>
                <a:ea typeface="Apple SD Gothic Neo"/>
                <a:cs typeface="Apple SD Gothic Neo"/>
              </a:rPr>
              <a:t>B2B</a:t>
            </a:r>
          </a:p>
        </p:txBody>
      </p:sp>
      <p:sp>
        <p:nvSpPr>
          <p:cNvPr id="12" name="직사각형 11">
            <a:extLst>
              <a:ext uri="{FF2B5EF4-FFF2-40B4-BE49-F238E27FC236}">
                <a16:creationId xmlns:a16="http://schemas.microsoft.com/office/drawing/2014/main" id="{7B07462E-240E-4FC4-BADB-6BAA3D32DDE0}"/>
              </a:ext>
            </a:extLst>
          </p:cNvPr>
          <p:cNvSpPr>
            <a:spLocks noGrp="1"/>
          </p:cNvSpPr>
          <p:nvPr/>
        </p:nvSpPr>
        <p:spPr>
          <a:xfrm>
            <a:off x="9172575" y="3990975"/>
            <a:ext cx="5429250" cy="1266825"/>
          </a:xfrm>
          <a:prstGeom prst="rect">
            <a:avLst/>
          </a:prstGeom>
          <a:noFill/>
          <a:ln w="0">
            <a:noFill/>
          </a:ln>
        </p:spPr>
        <p:txBody>
          <a:bodyPr lIns="0" tIns="0" rIns="0" bIns="0">
            <a:noAutofit/>
          </a:bodyPr>
          <a:lstStyle>
            <a:defPPr algn="l">
              <a:defRPr sz="2625" b="0">
                <a:solidFill>
                  <a:srgbClr val="102A35"/>
                </a:solidFill>
                <a:latin typeface="Apple SD Gothic Neo"/>
                <a:ea typeface="Apple SD Gothic Neo"/>
                <a:cs typeface="Apple SD Gothic Neo"/>
              </a:defRPr>
            </a:defPPr>
          </a:lstStyle>
          <a:p>
            <a:pPr algn="l">
              <a:lnSpc>
                <a:spcPct val="105000"/>
              </a:lnSpc>
              <a:buNone/>
              <a:defRPr sz="2625" b="0">
                <a:solidFill>
                  <a:srgbClr val="102A35"/>
                </a:solidFill>
                <a:latin typeface="Apple SD Gothic Neo"/>
                <a:ea typeface="Apple SD Gothic Neo"/>
                <a:cs typeface="Apple SD Gothic Neo"/>
              </a:defRPr>
            </a:pPr>
            <a:r>
              <a:rPr sz="2625" b="0">
                <a:solidFill>
                  <a:srgbClr val="102A35"/>
                </a:solidFill>
                <a:latin typeface="Apple SD Gothic Neo"/>
                <a:ea typeface="Apple SD Gothic Neo"/>
                <a:cs typeface="Apple SD Gothic Neo"/>
              </a:rPr>
              <a:t>지하안전 조사기업</a:t>
            </a:r>
          </a:p>
          <a:p>
            <a:pPr algn="l">
              <a:lnSpc>
                <a:spcPct val="105000"/>
              </a:lnSpc>
              <a:buNone/>
              <a:defRPr sz="2625" b="0">
                <a:solidFill>
                  <a:srgbClr val="102A35"/>
                </a:solidFill>
                <a:latin typeface="Apple SD Gothic Neo"/>
                <a:ea typeface="Apple SD Gothic Neo"/>
                <a:cs typeface="Apple SD Gothic Neo"/>
              </a:defRPr>
            </a:pPr>
            <a:r>
              <a:rPr sz="2625" b="0">
                <a:solidFill>
                  <a:srgbClr val="102A35"/>
                </a:solidFill>
                <a:latin typeface="Apple SD Gothic Neo"/>
                <a:ea typeface="Apple SD Gothic Neo"/>
                <a:cs typeface="Apple SD Gothic Neo"/>
              </a:rPr>
              <a:t>도심 굴착공사 건설사</a:t>
            </a:r>
          </a:p>
        </p:txBody>
      </p:sp>
      <p:sp>
        <p:nvSpPr>
          <p:cNvPr id="13" name="직사각형 12">
            <a:extLst>
              <a:ext uri="{FF2B5EF4-FFF2-40B4-BE49-F238E27FC236}">
                <a16:creationId xmlns:a16="http://schemas.microsoft.com/office/drawing/2014/main" id="{886D423A-1844-4FE7-AA5A-03E123F781D1}"/>
              </a:ext>
            </a:extLst>
          </p:cNvPr>
          <p:cNvSpPr>
            <a:spLocks noGrp="1"/>
          </p:cNvSpPr>
          <p:nvPr/>
        </p:nvSpPr>
        <p:spPr>
          <a:xfrm>
            <a:off x="9172575" y="5838825"/>
            <a:ext cx="5429250" cy="1047750"/>
          </a:xfrm>
          <a:prstGeom prst="rect">
            <a:avLst/>
          </a:prstGeom>
          <a:noFill/>
          <a:ln w="0">
            <a:noFill/>
          </a:ln>
        </p:spPr>
        <p:txBody>
          <a:bodyPr lIns="0" tIns="0" rIns="0" bIns="0">
            <a:noAutofit/>
          </a:bodyPr>
          <a:lstStyle>
            <a:defPPr algn="l">
              <a:defRPr sz="2400" b="0">
                <a:solidFill>
                  <a:srgbClr val="657779"/>
                </a:solidFill>
                <a:latin typeface="Apple SD Gothic Neo"/>
                <a:ea typeface="Apple SD Gothic Neo"/>
                <a:cs typeface="Apple SD Gothic Neo"/>
              </a:defRPr>
            </a:defPPr>
          </a:lstStyle>
          <a:p>
            <a:pPr algn="l">
              <a:lnSpc>
                <a:spcPct val="105000"/>
              </a:lnSpc>
              <a:buNone/>
              <a:defRPr sz="2400" b="0">
                <a:solidFill>
                  <a:srgbClr val="657779"/>
                </a:solidFill>
                <a:latin typeface="Apple SD Gothic Neo"/>
                <a:ea typeface="Apple SD Gothic Neo"/>
                <a:cs typeface="Apple SD Gothic Neo"/>
              </a:defRPr>
            </a:pPr>
            <a:r>
              <a:rPr sz="2400" b="0">
                <a:solidFill>
                  <a:srgbClr val="657779"/>
                </a:solidFill>
                <a:latin typeface="Apple SD Gothic Neo"/>
                <a:ea typeface="Apple SD Gothic Neo"/>
                <a:cs typeface="Apple SD Gothic Neo"/>
              </a:rPr>
              <a:t>공사 주변 반복 관측</a:t>
            </a:r>
          </a:p>
          <a:p>
            <a:pPr algn="l">
              <a:lnSpc>
                <a:spcPct val="105000"/>
              </a:lnSpc>
              <a:buNone/>
              <a:defRPr sz="2400" b="0">
                <a:solidFill>
                  <a:srgbClr val="657779"/>
                </a:solidFill>
                <a:latin typeface="Apple SD Gothic Neo"/>
                <a:ea typeface="Apple SD Gothic Neo"/>
                <a:cs typeface="Apple SD Gothic Neo"/>
              </a:defRPr>
            </a:pPr>
            <a:r>
              <a:rPr sz="2400" b="0">
                <a:solidFill>
                  <a:srgbClr val="657779"/>
                </a:solidFill>
                <a:latin typeface="Apple SD Gothic Neo"/>
                <a:ea typeface="Apple SD Gothic Neo"/>
                <a:cs typeface="Apple SD Gothic Neo"/>
              </a:rPr>
              <a:t>현장 확인 업무 연계</a:t>
            </a:r>
          </a:p>
        </p:txBody>
      </p:sp>
      <p:sp>
        <p:nvSpPr>
          <p:cNvPr id="14" name="직사각형 13">
            <a:extLst>
              <a:ext uri="{FF2B5EF4-FFF2-40B4-BE49-F238E27FC236}">
                <a16:creationId xmlns:a16="http://schemas.microsoft.com/office/drawing/2014/main" id="{F87643D9-8259-4567-801F-50E65AE0CD85}"/>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[가설] 차량·장비 구축 + 순찰 운영 + 관제·분석 계약 · 도입 의향과 조달 조건은 미확인</a:t>
            </a:r>
          </a:p>
        </p:txBody>
      </p:sp>
    </p:spTree>
    <p:extLst>
      <p:ext uri="{BB962C8B-B14F-4D97-AF65-F5344CB8AC3E}">
        <p14:creationId xmlns:p14="http://schemas.microsoft.com/office/powerpoint/2010/main" val="890910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8DC930D9-7648-407C-80B8-2B4AFE22662E}"/>
              </a:ext>
            </a:extLst>
          </p:cNvPr>
          <p:cNvSpPr>
            <a:spLocks noGrp="1"/>
          </p:cNvSpPr>
          <p:nvPr/>
        </p:nvSpPr>
        <p:spPr>
          <a:xfrm>
            <a:off x="533400" y="400050"/>
            <a:ext cx="11430000" cy="381000"/>
          </a:xfrm>
          <a:prstGeom prst="rect">
            <a:avLst/>
          </a:prstGeom>
          <a:noFill/>
          <a:ln w="0">
            <a:noFill/>
          </a:ln>
        </p:spPr>
        <p:txBody>
          <a:bodyPr lIns="0" tIns="0" rIns="0" bIns="0">
            <a:noAutofit/>
          </a:bodyPr>
          <a:lstStyle>
            <a:defPPr algn="l">
              <a:defRPr sz="1725" b="1">
                <a:solidFill>
                  <a:srgbClr val="A9F2CE"/>
                </a:solidFill>
                <a:latin typeface="Apple SD Gothic Neo"/>
                <a:ea typeface="Apple SD Gothic Neo"/>
                <a:cs typeface="Apple SD Gothic Neo"/>
              </a:defRPr>
            </a:defPPr>
          </a:lstStyle>
          <a:p>
            <a:pPr algn="l">
              <a:lnSpc>
                <a:spcPct val="105000"/>
              </a:lnSpc>
              <a:buNone/>
              <a:defRPr sz="1725" b="1">
                <a:solidFill>
                  <a:srgbClr val="A9F2CE"/>
                </a:solidFill>
                <a:latin typeface="Apple SD Gothic Neo"/>
                <a:ea typeface="Apple SD Gothic Neo"/>
                <a:cs typeface="Apple SD Gothic Neo"/>
              </a:defRPr>
            </a:pPr>
            <a:r>
              <a:rPr sz="1725" b="1">
                <a:solidFill>
                  <a:srgbClr val="A9F2CE"/>
                </a:solidFill>
                <a:latin typeface="Apple SD Gothic Neo"/>
                <a:ea typeface="Apple SD Gothic Neo"/>
                <a:cs typeface="Apple SD Gothic Neo"/>
              </a:rPr>
              <a:t>GROUNDWATCH / 04</a:t>
            </a:r>
          </a:p>
        </p:txBody>
      </p:sp>
      <p:sp>
        <p:nvSpPr>
          <p:cNvPr id="2" name="직사각형 1">
            <a:extLst>
              <a:ext uri="{FF2B5EF4-FFF2-40B4-BE49-F238E27FC236}">
                <a16:creationId xmlns:a16="http://schemas.microsoft.com/office/drawing/2014/main" id="{18230262-3705-4F66-A39B-3DDE16CCF532}"/>
              </a:ext>
            </a:extLst>
          </p:cNvPr>
          <p:cNvSpPr>
            <a:spLocks noGrp="1"/>
          </p:cNvSpPr>
          <p:nvPr/>
        </p:nvSpPr>
        <p:spPr>
          <a:xfrm>
            <a:off x="9810750" y="1666875"/>
            <a:ext cx="4857750" cy="4667250"/>
          </a:xfrm>
          <a:prstGeom prst="rect">
            <a:avLst/>
          </a:prstGeom>
          <a:noFill/>
          <a:ln w="0">
            <a:noFill/>
          </a:ln>
        </p:spPr>
        <p:txBody>
          <a:bodyPr lIns="0" tIns="0" rIns="0" bIns="0">
            <a:noAutofit/>
          </a:bodyPr>
          <a:lstStyle>
            <a:defPPr algn="r">
              <a:defRPr sz="22500" b="1">
                <a:solidFill>
                  <a:srgbClr val="153C46"/>
                </a:solidFill>
                <a:latin typeface="Apple SD Gothic Neo"/>
                <a:ea typeface="Apple SD Gothic Neo"/>
                <a:cs typeface="Apple SD Gothic Neo"/>
              </a:defRPr>
            </a:defPPr>
          </a:lstStyle>
          <a:p>
            <a:pPr algn="r">
              <a:lnSpc>
                <a:spcPct val="105000"/>
              </a:lnSpc>
              <a:buNone/>
              <a:defRPr sz="22500" b="1">
                <a:solidFill>
                  <a:srgbClr val="153C46"/>
                </a:solidFill>
                <a:latin typeface="Apple SD Gothic Neo"/>
                <a:ea typeface="Apple SD Gothic Neo"/>
                <a:cs typeface="Apple SD Gothic Neo"/>
              </a:defRPr>
            </a:pPr>
            <a:r>
              <a:rPr sz="22500" b="1">
                <a:solidFill>
                  <a:srgbClr val="153C46"/>
                </a:solidFill>
                <a:latin typeface="Apple SD Gothic Neo"/>
                <a:ea typeface="Apple SD Gothic Neo"/>
                <a:cs typeface="Apple SD Gothic Neo"/>
              </a:rPr>
              <a:t>04</a:t>
            </a:r>
          </a:p>
        </p:txBody>
      </p:sp>
      <p:sp>
        <p:nvSpPr>
          <p:cNvPr id="3" name="직사각형 2">
            <a:extLst>
              <a:ext uri="{FF2B5EF4-FFF2-40B4-BE49-F238E27FC236}">
                <a16:creationId xmlns:a16="http://schemas.microsoft.com/office/drawing/2014/main" id="{62196323-BACB-45DE-BCD2-D15D0AA51A02}"/>
              </a:ext>
            </a:extLst>
          </p:cNvPr>
          <p:cNvSpPr>
            <a:spLocks noGrp="1"/>
          </p:cNvSpPr>
          <p:nvPr/>
        </p:nvSpPr>
        <p:spPr>
          <a:xfrm>
            <a:off x="533400" y="2686050"/>
            <a:ext cx="11334750" cy="2190750"/>
          </a:xfrm>
          <a:prstGeom prst="rect">
            <a:avLst/>
          </a:prstGeom>
          <a:noFill/>
          <a:ln w="0">
            <a:noFill/>
          </a:ln>
        </p:spPr>
        <p:txBody>
          <a:bodyPr lIns="0" tIns="0" rIns="0" bIns="0">
            <a:noAutofit/>
          </a:bodyPr>
          <a:lstStyle>
            <a:defPPr algn="l">
              <a:defRPr sz="6225" b="1">
                <a:solidFill>
                  <a:srgbClr val="FFFFFF"/>
                </a:solidFill>
                <a:latin typeface="Apple SD Gothic Neo"/>
                <a:ea typeface="Apple SD Gothic Neo"/>
                <a:cs typeface="Apple SD Gothic Neo"/>
              </a:defRPr>
            </a:defPPr>
          </a:lstStyle>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도시의 변화를</a:t>
            </a:r>
          </a:p>
          <a:p>
            <a:pPr algn="l">
              <a:lnSpc>
                <a:spcPct val="105000"/>
              </a:lnSpc>
              <a:buNone/>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함께 관측하는 플릿</a:t>
            </a:r>
          </a:p>
        </p:txBody>
      </p:sp>
      <p:sp>
        <p:nvSpPr>
          <p:cNvPr id="4" name="직사각형 3">
            <a:extLst>
              <a:ext uri="{FF2B5EF4-FFF2-40B4-BE49-F238E27FC236}">
                <a16:creationId xmlns:a16="http://schemas.microsoft.com/office/drawing/2014/main" id="{364C8218-0547-4DB7-9299-F04CFB16DBE5}"/>
              </a:ext>
            </a:extLst>
          </p:cNvPr>
          <p:cNvSpPr>
            <a:spLocks noGrp="1"/>
          </p:cNvSpPr>
          <p:nvPr/>
        </p:nvSpPr>
        <p:spPr>
          <a:xfrm>
            <a:off x="571500" y="5572125"/>
            <a:ext cx="10477500" cy="952500"/>
          </a:xfrm>
          <a:prstGeom prst="rect">
            <a:avLst/>
          </a:prstGeom>
          <a:noFill/>
          <a:ln w="0">
            <a:noFill/>
          </a:ln>
        </p:spPr>
        <p:txBody>
          <a:bodyPr lIns="0" tIns="0" rIns="0" bIns="0">
            <a:noAutofit/>
          </a:bodyPr>
          <a:lstStyle>
            <a:defPPr algn="l">
              <a:defRPr sz="2400" b="0">
                <a:solidFill>
                  <a:srgbClr val="A9F2CE"/>
                </a:solidFill>
                <a:latin typeface="Apple SD Gothic Neo"/>
                <a:ea typeface="Apple SD Gothic Neo"/>
                <a:cs typeface="Apple SD Gothic Neo"/>
              </a:defRPr>
            </a:defPPr>
          </a:lstStyle>
          <a:p>
            <a:pPr algn="l">
              <a:lnSpc>
                <a:spcPct val="105000"/>
              </a:lnSpc>
              <a:buNone/>
              <a:defRPr sz="2400" b="0">
                <a:solidFill>
                  <a:srgbClr val="A9F2CE"/>
                </a:solidFill>
                <a:latin typeface="Apple SD Gothic Neo"/>
                <a:ea typeface="Apple SD Gothic Neo"/>
                <a:cs typeface="Apple SD Gothic Neo"/>
              </a:defRPr>
            </a:pPr>
            <a:r>
              <a:rPr sz="2400" b="0">
                <a:solidFill>
                  <a:srgbClr val="A9F2CE"/>
                </a:solidFill>
                <a:latin typeface="Apple SD Gothic Neo"/>
                <a:ea typeface="Apple SD Gothic Neo"/>
                <a:cs typeface="Apple SD Gothic Neo"/>
              </a:rPr>
              <a:t>[가설] 실증한 구간부터 차량과 기관을 늘립니다</a:t>
            </a:r>
          </a:p>
        </p:txBody>
      </p:sp>
      <p:sp>
        <p:nvSpPr>
          <p:cNvPr id="5" name="직사각형 4">
            <a:extLst>
              <a:ext uri="{FF2B5EF4-FFF2-40B4-BE49-F238E27FC236}">
                <a16:creationId xmlns:a16="http://schemas.microsoft.com/office/drawing/2014/main" id="{04364241-C33F-4738-B820-754FD3908884}"/>
              </a:ext>
            </a:extLst>
          </p:cNvPr>
          <p:cNvSpPr>
            <a:spLocks noGrp="1"/>
          </p:cNvSpPr>
          <p:nvPr/>
        </p:nvSpPr>
        <p:spPr>
          <a:xfrm>
            <a:off x="533400" y="8096250"/>
            <a:ext cx="11430000" cy="285750"/>
          </a:xfrm>
          <a:prstGeom prst="rect">
            <a:avLst/>
          </a:prstGeom>
          <a:noFill/>
          <a:ln w="0">
            <a:noFill/>
          </a:ln>
        </p:spPr>
        <p:txBody>
          <a:bodyPr lIns="0" tIns="0" rIns="0" bIns="0">
            <a:noAutofit/>
          </a:bodyPr>
          <a:lstStyle>
            <a:defPPr algn="l">
              <a:defRPr sz="1350" b="0">
                <a:solidFill>
                  <a:srgbClr val="89A3A4"/>
                </a:solidFill>
                <a:latin typeface="Apple SD Gothic Neo"/>
                <a:ea typeface="Apple SD Gothic Neo"/>
                <a:cs typeface="Apple SD Gothic Neo"/>
              </a:defRPr>
            </a:defPPr>
          </a:lstStyle>
          <a:p>
            <a:pPr algn="l">
              <a:lnSpc>
                <a:spcPct val="105000"/>
              </a:lnSpc>
              <a:buNone/>
              <a:defRPr sz="1350" b="0">
                <a:solidFill>
                  <a:srgbClr val="89A3A4"/>
                </a:solidFill>
                <a:latin typeface="Apple SD Gothic Neo"/>
                <a:ea typeface="Apple SD Gothic Neo"/>
                <a:cs typeface="Apple SD Gothic Neo"/>
              </a:defRPr>
            </a:pPr>
            <a:r>
              <a:rPr sz="1350" b="0">
                <a:solidFill>
                  <a:srgbClr val="89A3A4"/>
                </a:solidFill>
                <a:latin typeface="Apple SD Gothic Neo"/>
                <a:ea typeface="Apple SD Gothic Neo"/>
                <a:cs typeface="Apple SD Gothic Neo"/>
              </a:rPr>
              <a:t>PV5 지하안전 순찰차</a:t>
            </a:r>
          </a:p>
        </p:txBody>
      </p:sp>
    </p:spTree>
    <p:extLst>
      <p:ext uri="{BB962C8B-B14F-4D97-AF65-F5344CB8AC3E}">
        <p14:creationId xmlns:p14="http://schemas.microsoft.com/office/powerpoint/2010/main" val="331056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4F9B5A2A-F11A-49E2-B973-51BDE88E2AB2}"/>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A84CBF4C-AE49-4E90-BEBC-4A2C834759B6}"/>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미래 확장</a:t>
            </a:r>
          </a:p>
        </p:txBody>
      </p:sp>
      <p:sp>
        <p:nvSpPr>
          <p:cNvPr id="3" name="직사각형 2">
            <a:extLst>
              <a:ext uri="{FF2B5EF4-FFF2-40B4-BE49-F238E27FC236}">
                <a16:creationId xmlns:a16="http://schemas.microsoft.com/office/drawing/2014/main" id="{933F35DD-53AF-4915-A8AD-14AD46C4E822}"/>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F602D8C7-B4D9-413A-B4BF-C1DE0FFB4C36}"/>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차량 대수보다 먼저 맞춰야 할 측정 기준</a:t>
            </a:r>
          </a:p>
        </p:txBody>
      </p:sp>
      <p:sp>
        <p:nvSpPr>
          <p:cNvPr id="5" name="직사각형 4">
            <a:extLst>
              <a:ext uri="{FF2B5EF4-FFF2-40B4-BE49-F238E27FC236}">
                <a16:creationId xmlns:a16="http://schemas.microsoft.com/office/drawing/2014/main" id="{1D2DFFC1-B34D-4FD4-B5A7-5043CF9A2FB0}"/>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D1A80A27-FB63-40B1-84D2-C0DADC2A4EC3}"/>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24</a:t>
            </a:r>
          </a:p>
        </p:txBody>
      </p:sp>
      <p:sp>
        <p:nvSpPr>
          <p:cNvPr id="7" name="직사각형 6">
            <a:extLst>
              <a:ext uri="{FF2B5EF4-FFF2-40B4-BE49-F238E27FC236}">
                <a16:creationId xmlns:a16="http://schemas.microsoft.com/office/drawing/2014/main" id="{7650FF44-CEAC-447E-8FEA-DE22ED6F40AA}"/>
              </a:ext>
            </a:extLst>
          </p:cNvPr>
          <p:cNvSpPr>
            <a:spLocks noGrp="1"/>
          </p:cNvSpPr>
          <p:nvPr/>
        </p:nvSpPr>
        <p:spPr>
          <a:xfrm>
            <a:off x="5334000" y="2371725"/>
            <a:ext cx="4572000" cy="685800"/>
          </a:xfrm>
          <a:prstGeom prst="rect">
            <a:avLst/>
          </a:prstGeom>
          <a:noFill/>
          <a:ln w="0">
            <a:noFill/>
          </a:ln>
        </p:spPr>
        <p:txBody>
          <a:bodyPr lIns="0" tIns="0" rIns="0" bIns="0">
            <a:noAutofit/>
          </a:bodyPr>
          <a:lstStyle>
            <a:defPPr algn="ctr">
              <a:defRPr sz="3675" b="1">
                <a:solidFill>
                  <a:srgbClr val="007D80"/>
                </a:solidFill>
                <a:latin typeface="Apple SD Gothic Neo"/>
                <a:ea typeface="Apple SD Gothic Neo"/>
                <a:cs typeface="Apple SD Gothic Neo"/>
              </a:defRPr>
            </a:defPPr>
          </a:lstStyle>
          <a:p>
            <a:pPr algn="ctr">
              <a:lnSpc>
                <a:spcPct val="105000"/>
              </a:lnSpc>
              <a:buNone/>
              <a:defRPr sz="3675" b="1">
                <a:solidFill>
                  <a:srgbClr val="007D80"/>
                </a:solidFill>
                <a:latin typeface="Apple SD Gothic Neo"/>
                <a:ea typeface="Apple SD Gothic Neo"/>
                <a:cs typeface="Apple SD Gothic Neo"/>
              </a:defRPr>
            </a:pPr>
            <a:r>
              <a:rPr sz="3675" b="1">
                <a:solidFill>
                  <a:srgbClr val="007D80"/>
                </a:solidFill>
                <a:latin typeface="Apple SD Gothic Neo"/>
                <a:ea typeface="Apple SD Gothic Neo"/>
                <a:cs typeface="Apple SD Gothic Neo"/>
              </a:rPr>
              <a:t>공통 기준 구간</a:t>
            </a:r>
          </a:p>
        </p:txBody>
      </p:sp>
      <p:sp>
        <p:nvSpPr>
          <p:cNvPr id="8" name="직사각형 7">
            <a:extLst>
              <a:ext uri="{FF2B5EF4-FFF2-40B4-BE49-F238E27FC236}">
                <a16:creationId xmlns:a16="http://schemas.microsoft.com/office/drawing/2014/main" id="{2162ED17-3E45-491D-91BA-B038C537D7D3}"/>
              </a:ext>
            </a:extLst>
          </p:cNvPr>
          <p:cNvSpPr>
            <a:spLocks noGrp="1"/>
          </p:cNvSpPr>
          <p:nvPr/>
        </p:nvSpPr>
        <p:spPr>
          <a:xfrm>
            <a:off x="5334000" y="3228975"/>
            <a:ext cx="4572000" cy="1409700"/>
          </a:xfrm>
          <a:prstGeom prst="rect">
            <a:avLst/>
          </a:prstGeom>
          <a:solidFill>
            <a:srgbClr val="102A35"/>
          </a:solidFill>
          <a:ln w="0">
            <a:noFill/>
          </a:ln>
        </p:spPr>
        <p:txBody>
          <a:bodyPr/>
          <a:lstStyle/>
          <a:p>
            <a:endParaRPr lang="ko-KR" altLang="en-US"/>
          </a:p>
        </p:txBody>
      </p:sp>
      <p:sp>
        <p:nvSpPr>
          <p:cNvPr id="9" name="직사각형 8">
            <a:extLst>
              <a:ext uri="{FF2B5EF4-FFF2-40B4-BE49-F238E27FC236}">
                <a16:creationId xmlns:a16="http://schemas.microsoft.com/office/drawing/2014/main" id="{D4B30A0A-EEEB-4060-A0DD-107C876AD018}"/>
              </a:ext>
            </a:extLst>
          </p:cNvPr>
          <p:cNvSpPr>
            <a:spLocks noGrp="1"/>
          </p:cNvSpPr>
          <p:nvPr/>
        </p:nvSpPr>
        <p:spPr>
          <a:xfrm>
            <a:off x="5553075" y="3524250"/>
            <a:ext cx="4133850" cy="971550"/>
          </a:xfrm>
          <a:prstGeom prst="rect">
            <a:avLst/>
          </a:prstGeom>
          <a:noFill/>
          <a:ln w="0">
            <a:noFill/>
          </a:ln>
        </p:spPr>
        <p:txBody>
          <a:bodyPr lIns="0" tIns="0" rIns="0" bIns="0">
            <a:noAutofit/>
          </a:bodyPr>
          <a:lstStyle>
            <a:defPPr algn="ctr">
              <a:defRPr sz="2325" b="1">
                <a:solidFill>
                  <a:srgbClr val="FFFFFF"/>
                </a:solidFill>
                <a:latin typeface="Apple SD Gothic Neo"/>
                <a:ea typeface="Apple SD Gothic Neo"/>
                <a:cs typeface="Apple SD Gothic Neo"/>
              </a:defRPr>
            </a:defPPr>
          </a:lstStyle>
          <a:p>
            <a:pPr algn="ctr">
              <a:lnSpc>
                <a:spcPct val="105000"/>
              </a:lnSpc>
              <a:buNone/>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설정·보정·데이터 규격</a:t>
            </a:r>
          </a:p>
          <a:p>
            <a:pPr algn="ctr">
              <a:lnSpc>
                <a:spcPct val="105000"/>
              </a:lnSpc>
              <a:buNone/>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차량 간 교차 검증</a:t>
            </a:r>
          </a:p>
        </p:txBody>
      </p:sp>
      <p:sp>
        <p:nvSpPr>
          <p:cNvPr id="10" name="직선 연결선[R] 9">
            <a:extLst>
              <a:ext uri="{FF2B5EF4-FFF2-40B4-BE49-F238E27FC236}">
                <a16:creationId xmlns:a16="http://schemas.microsoft.com/office/drawing/2014/main" id="{0B294952-37B5-462C-9A51-625EB665E8DD}"/>
              </a:ext>
            </a:extLst>
          </p:cNvPr>
          <p:cNvSpPr>
            <a:spLocks noGrp="1"/>
          </p:cNvSpPr>
          <p:nvPr/>
        </p:nvSpPr>
        <p:spPr>
          <a:xfrm flipH="1">
            <a:off x="2647950" y="4657725"/>
            <a:ext cx="4972050" cy="800100"/>
          </a:xfrm>
          <a:prstGeom prst="line">
            <a:avLst/>
          </a:prstGeom>
          <a:noFill/>
          <a:ln w="28575">
            <a:solidFill>
              <a:srgbClr val="007D80"/>
            </a:solidFill>
          </a:ln>
        </p:spPr>
        <p:txBody>
          <a:bodyPr/>
          <a:lstStyle/>
          <a:p>
            <a:endParaRPr lang="ko-KR" altLang="en-US"/>
          </a:p>
        </p:txBody>
      </p:sp>
      <p:sp>
        <p:nvSpPr>
          <p:cNvPr id="11" name="직사각형 10">
            <a:extLst>
              <a:ext uri="{FF2B5EF4-FFF2-40B4-BE49-F238E27FC236}">
                <a16:creationId xmlns:a16="http://schemas.microsoft.com/office/drawing/2014/main" id="{9977CC4E-1DAF-4B63-B64F-523B3C3ECF6C}"/>
              </a:ext>
            </a:extLst>
          </p:cNvPr>
          <p:cNvSpPr>
            <a:spLocks noGrp="1"/>
          </p:cNvSpPr>
          <p:nvPr/>
        </p:nvSpPr>
        <p:spPr>
          <a:xfrm>
            <a:off x="552450" y="5810250"/>
            <a:ext cx="4171950" cy="762000"/>
          </a:xfrm>
          <a:prstGeom prst="rect">
            <a:avLst/>
          </a:prstGeom>
          <a:noFill/>
          <a:ln w="0">
            <a:noFill/>
          </a:ln>
        </p:spPr>
        <p:txBody>
          <a:bodyPr lIns="0" tIns="0" rIns="0" bIns="0">
            <a:noAutofit/>
          </a:bodyPr>
          <a:lstStyle>
            <a:defPPr algn="ctr">
              <a:defRPr sz="4275" b="1">
                <a:solidFill>
                  <a:srgbClr val="102A35"/>
                </a:solidFill>
                <a:latin typeface="Apple SD Gothic Neo"/>
                <a:ea typeface="Apple SD Gothic Neo"/>
                <a:cs typeface="Apple SD Gothic Neo"/>
              </a:defRPr>
            </a:defPPr>
          </a:lstStyle>
          <a:p>
            <a:pPr algn="ctr">
              <a:lnSpc>
                <a:spcPct val="105000"/>
              </a:lnSpc>
              <a:buNone/>
              <a:defRPr sz="4275" b="1">
                <a:solidFill>
                  <a:srgbClr val="102A35"/>
                </a:solidFill>
                <a:latin typeface="Apple SD Gothic Neo"/>
                <a:ea typeface="Apple SD Gothic Neo"/>
                <a:cs typeface="Apple SD Gothic Neo"/>
              </a:defRPr>
            </a:pPr>
            <a:r>
              <a:rPr sz="4275" b="1">
                <a:solidFill>
                  <a:srgbClr val="102A35"/>
                </a:solidFill>
                <a:latin typeface="Apple SD Gothic Neo"/>
                <a:ea typeface="Apple SD Gothic Neo"/>
                <a:cs typeface="Apple SD Gothic Neo"/>
              </a:rPr>
              <a:t>PV5 01</a:t>
            </a:r>
          </a:p>
        </p:txBody>
      </p:sp>
      <p:sp>
        <p:nvSpPr>
          <p:cNvPr id="12" name="직사각형 11">
            <a:extLst>
              <a:ext uri="{FF2B5EF4-FFF2-40B4-BE49-F238E27FC236}">
                <a16:creationId xmlns:a16="http://schemas.microsoft.com/office/drawing/2014/main" id="{D2E62042-F88B-4898-AFEB-158573FABAF7}"/>
              </a:ext>
            </a:extLst>
          </p:cNvPr>
          <p:cNvSpPr>
            <a:spLocks noGrp="1"/>
          </p:cNvSpPr>
          <p:nvPr/>
        </p:nvSpPr>
        <p:spPr>
          <a:xfrm>
            <a:off x="552450" y="6743700"/>
            <a:ext cx="4171950" cy="495300"/>
          </a:xfrm>
          <a:prstGeom prst="rect">
            <a:avLst/>
          </a:prstGeom>
          <a:noFill/>
          <a:ln w="0">
            <a:noFill/>
          </a:ln>
        </p:spPr>
        <p:txBody>
          <a:bodyPr lIns="0" tIns="0" rIns="0" bIns="0">
            <a:noAutofit/>
          </a:bodyPr>
          <a:lstStyle>
            <a:defPPr algn="ctr">
              <a:defRPr sz="2100" b="0">
                <a:solidFill>
                  <a:srgbClr val="657779"/>
                </a:solidFill>
                <a:latin typeface="Apple SD Gothic Neo"/>
                <a:ea typeface="Apple SD Gothic Neo"/>
                <a:cs typeface="Apple SD Gothic Neo"/>
              </a:defRPr>
            </a:defPPr>
          </a:lstStyle>
          <a:p>
            <a:pPr algn="ctr">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구역별 반복 순찰</a:t>
            </a:r>
          </a:p>
        </p:txBody>
      </p:sp>
      <p:sp>
        <p:nvSpPr>
          <p:cNvPr id="13" name="직선 연결선[R] 12">
            <a:extLst>
              <a:ext uri="{FF2B5EF4-FFF2-40B4-BE49-F238E27FC236}">
                <a16:creationId xmlns:a16="http://schemas.microsoft.com/office/drawing/2014/main" id="{8959280B-38C8-44C2-898E-C2669E1BE2F1}"/>
              </a:ext>
            </a:extLst>
          </p:cNvPr>
          <p:cNvSpPr>
            <a:spLocks noGrp="1"/>
          </p:cNvSpPr>
          <p:nvPr/>
        </p:nvSpPr>
        <p:spPr>
          <a:xfrm>
            <a:off x="7620000" y="4657725"/>
            <a:ext cx="9525" cy="800100"/>
          </a:xfrm>
          <a:prstGeom prst="line">
            <a:avLst/>
          </a:prstGeom>
          <a:noFill/>
          <a:ln w="28575">
            <a:solidFill>
              <a:srgbClr val="007D80"/>
            </a:solidFill>
          </a:ln>
        </p:spPr>
        <p:txBody>
          <a:bodyPr/>
          <a:lstStyle/>
          <a:p>
            <a:endParaRPr lang="ko-KR" altLang="en-US"/>
          </a:p>
        </p:txBody>
      </p:sp>
      <p:sp>
        <p:nvSpPr>
          <p:cNvPr id="14" name="직사각형 13">
            <a:extLst>
              <a:ext uri="{FF2B5EF4-FFF2-40B4-BE49-F238E27FC236}">
                <a16:creationId xmlns:a16="http://schemas.microsoft.com/office/drawing/2014/main" id="{F8B995FC-8652-479A-BD39-CA7E9E7D8AA2}"/>
              </a:ext>
            </a:extLst>
          </p:cNvPr>
          <p:cNvSpPr>
            <a:spLocks noGrp="1"/>
          </p:cNvSpPr>
          <p:nvPr/>
        </p:nvSpPr>
        <p:spPr>
          <a:xfrm>
            <a:off x="5524500" y="5810250"/>
            <a:ext cx="4171950" cy="762000"/>
          </a:xfrm>
          <a:prstGeom prst="rect">
            <a:avLst/>
          </a:prstGeom>
          <a:noFill/>
          <a:ln w="0">
            <a:noFill/>
          </a:ln>
        </p:spPr>
        <p:txBody>
          <a:bodyPr lIns="0" tIns="0" rIns="0" bIns="0">
            <a:noAutofit/>
          </a:bodyPr>
          <a:lstStyle>
            <a:defPPr algn="ctr">
              <a:defRPr sz="4275" b="1">
                <a:solidFill>
                  <a:srgbClr val="102A35"/>
                </a:solidFill>
                <a:latin typeface="Apple SD Gothic Neo"/>
                <a:ea typeface="Apple SD Gothic Neo"/>
                <a:cs typeface="Apple SD Gothic Neo"/>
              </a:defRPr>
            </a:defPPr>
          </a:lstStyle>
          <a:p>
            <a:pPr algn="ctr">
              <a:lnSpc>
                <a:spcPct val="105000"/>
              </a:lnSpc>
              <a:buNone/>
              <a:defRPr sz="4275" b="1">
                <a:solidFill>
                  <a:srgbClr val="102A35"/>
                </a:solidFill>
                <a:latin typeface="Apple SD Gothic Neo"/>
                <a:ea typeface="Apple SD Gothic Neo"/>
                <a:cs typeface="Apple SD Gothic Neo"/>
              </a:defRPr>
            </a:pPr>
            <a:r>
              <a:rPr sz="4275" b="1">
                <a:solidFill>
                  <a:srgbClr val="102A35"/>
                </a:solidFill>
                <a:latin typeface="Apple SD Gothic Neo"/>
                <a:ea typeface="Apple SD Gothic Neo"/>
                <a:cs typeface="Apple SD Gothic Neo"/>
              </a:rPr>
              <a:t>PV5 02</a:t>
            </a:r>
          </a:p>
        </p:txBody>
      </p:sp>
      <p:sp>
        <p:nvSpPr>
          <p:cNvPr id="15" name="직사각형 14">
            <a:extLst>
              <a:ext uri="{FF2B5EF4-FFF2-40B4-BE49-F238E27FC236}">
                <a16:creationId xmlns:a16="http://schemas.microsoft.com/office/drawing/2014/main" id="{8DBC64FA-4CF1-42CD-A287-3318E2E62DD5}"/>
              </a:ext>
            </a:extLst>
          </p:cNvPr>
          <p:cNvSpPr>
            <a:spLocks noGrp="1"/>
          </p:cNvSpPr>
          <p:nvPr/>
        </p:nvSpPr>
        <p:spPr>
          <a:xfrm>
            <a:off x="5524500" y="6743700"/>
            <a:ext cx="4171950" cy="495300"/>
          </a:xfrm>
          <a:prstGeom prst="rect">
            <a:avLst/>
          </a:prstGeom>
          <a:noFill/>
          <a:ln w="0">
            <a:noFill/>
          </a:ln>
        </p:spPr>
        <p:txBody>
          <a:bodyPr lIns="0" tIns="0" rIns="0" bIns="0">
            <a:noAutofit/>
          </a:bodyPr>
          <a:lstStyle>
            <a:defPPr algn="ctr">
              <a:defRPr sz="2100" b="0">
                <a:solidFill>
                  <a:srgbClr val="657779"/>
                </a:solidFill>
                <a:latin typeface="Apple SD Gothic Neo"/>
                <a:ea typeface="Apple SD Gothic Neo"/>
                <a:cs typeface="Apple SD Gothic Neo"/>
              </a:defRPr>
            </a:defPPr>
          </a:lstStyle>
          <a:p>
            <a:pPr algn="ctr">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미완료 재확인 배분</a:t>
            </a:r>
          </a:p>
        </p:txBody>
      </p:sp>
      <p:sp>
        <p:nvSpPr>
          <p:cNvPr id="16" name="직선 연결선[R] 15">
            <a:extLst>
              <a:ext uri="{FF2B5EF4-FFF2-40B4-BE49-F238E27FC236}">
                <a16:creationId xmlns:a16="http://schemas.microsoft.com/office/drawing/2014/main" id="{F17DD06C-F061-44AC-89B5-06947F568EF6}"/>
              </a:ext>
            </a:extLst>
          </p:cNvPr>
          <p:cNvSpPr>
            <a:spLocks noGrp="1"/>
          </p:cNvSpPr>
          <p:nvPr/>
        </p:nvSpPr>
        <p:spPr>
          <a:xfrm>
            <a:off x="7620000" y="4657725"/>
            <a:ext cx="4991100" cy="800100"/>
          </a:xfrm>
          <a:prstGeom prst="line">
            <a:avLst/>
          </a:prstGeom>
          <a:noFill/>
          <a:ln w="28575">
            <a:solidFill>
              <a:srgbClr val="007D80"/>
            </a:solidFill>
          </a:ln>
        </p:spPr>
        <p:txBody>
          <a:bodyPr/>
          <a:lstStyle/>
          <a:p>
            <a:endParaRPr lang="ko-KR" altLang="en-US"/>
          </a:p>
        </p:txBody>
      </p:sp>
      <p:sp>
        <p:nvSpPr>
          <p:cNvPr id="17" name="직사각형 16">
            <a:extLst>
              <a:ext uri="{FF2B5EF4-FFF2-40B4-BE49-F238E27FC236}">
                <a16:creationId xmlns:a16="http://schemas.microsoft.com/office/drawing/2014/main" id="{0A7649B7-3965-4A9F-B285-0F2B0722D65F}"/>
              </a:ext>
            </a:extLst>
          </p:cNvPr>
          <p:cNvSpPr>
            <a:spLocks noGrp="1"/>
          </p:cNvSpPr>
          <p:nvPr/>
        </p:nvSpPr>
        <p:spPr>
          <a:xfrm>
            <a:off x="10515600" y="5810250"/>
            <a:ext cx="4171950" cy="762000"/>
          </a:xfrm>
          <a:prstGeom prst="rect">
            <a:avLst/>
          </a:prstGeom>
          <a:noFill/>
          <a:ln w="0">
            <a:noFill/>
          </a:ln>
        </p:spPr>
        <p:txBody>
          <a:bodyPr lIns="0" tIns="0" rIns="0" bIns="0">
            <a:noAutofit/>
          </a:bodyPr>
          <a:lstStyle>
            <a:defPPr algn="ctr">
              <a:defRPr sz="4275" b="1">
                <a:solidFill>
                  <a:srgbClr val="102A35"/>
                </a:solidFill>
                <a:latin typeface="Apple SD Gothic Neo"/>
                <a:ea typeface="Apple SD Gothic Neo"/>
                <a:cs typeface="Apple SD Gothic Neo"/>
              </a:defRPr>
            </a:defPPr>
          </a:lstStyle>
          <a:p>
            <a:pPr algn="ctr">
              <a:lnSpc>
                <a:spcPct val="105000"/>
              </a:lnSpc>
              <a:buNone/>
              <a:defRPr sz="4275" b="1">
                <a:solidFill>
                  <a:srgbClr val="102A35"/>
                </a:solidFill>
                <a:latin typeface="Apple SD Gothic Neo"/>
                <a:ea typeface="Apple SD Gothic Neo"/>
                <a:cs typeface="Apple SD Gothic Neo"/>
              </a:defRPr>
            </a:pPr>
            <a:r>
              <a:rPr sz="4275" b="1">
                <a:solidFill>
                  <a:srgbClr val="102A35"/>
                </a:solidFill>
                <a:latin typeface="Apple SD Gothic Neo"/>
                <a:ea typeface="Apple SD Gothic Neo"/>
                <a:cs typeface="Apple SD Gothic Neo"/>
              </a:rPr>
              <a:t>PV5 03</a:t>
            </a:r>
          </a:p>
        </p:txBody>
      </p:sp>
      <p:sp>
        <p:nvSpPr>
          <p:cNvPr id="18" name="직사각형 17">
            <a:extLst>
              <a:ext uri="{FF2B5EF4-FFF2-40B4-BE49-F238E27FC236}">
                <a16:creationId xmlns:a16="http://schemas.microsoft.com/office/drawing/2014/main" id="{3D199D39-AD12-48DC-A7BA-0FA988BF3DAA}"/>
              </a:ext>
            </a:extLst>
          </p:cNvPr>
          <p:cNvSpPr>
            <a:spLocks noGrp="1"/>
          </p:cNvSpPr>
          <p:nvPr/>
        </p:nvSpPr>
        <p:spPr>
          <a:xfrm>
            <a:off x="10515600" y="6743700"/>
            <a:ext cx="4171950" cy="495300"/>
          </a:xfrm>
          <a:prstGeom prst="rect">
            <a:avLst/>
          </a:prstGeom>
          <a:noFill/>
          <a:ln w="0">
            <a:noFill/>
          </a:ln>
        </p:spPr>
        <p:txBody>
          <a:bodyPr lIns="0" tIns="0" rIns="0" bIns="0">
            <a:noAutofit/>
          </a:bodyPr>
          <a:lstStyle>
            <a:defPPr algn="ctr">
              <a:defRPr sz="2100" b="0">
                <a:solidFill>
                  <a:srgbClr val="657779"/>
                </a:solidFill>
                <a:latin typeface="Apple SD Gothic Neo"/>
                <a:ea typeface="Apple SD Gothic Neo"/>
                <a:cs typeface="Apple SD Gothic Neo"/>
              </a:defRPr>
            </a:defPPr>
          </a:lstStyle>
          <a:p>
            <a:pPr algn="ctr">
              <a:lnSpc>
                <a:spcPct val="105000"/>
              </a:lnSpc>
              <a:buNone/>
              <a:defRPr sz="2100" b="0">
                <a:solidFill>
                  <a:srgbClr val="657779"/>
                </a:solidFill>
                <a:latin typeface="Apple SD Gothic Neo"/>
                <a:ea typeface="Apple SD Gothic Neo"/>
                <a:cs typeface="Apple SD Gothic Neo"/>
              </a:defRPr>
            </a:pPr>
            <a:r>
              <a:rPr sz="2100" b="0">
                <a:solidFill>
                  <a:srgbClr val="657779"/>
                </a:solidFill>
                <a:latin typeface="Apple SD Gothic Neo"/>
                <a:ea typeface="Apple SD Gothic Neo"/>
                <a:cs typeface="Apple SD Gothic Neo"/>
              </a:rPr>
              <a:t>기관 데이터 연계</a:t>
            </a:r>
          </a:p>
        </p:txBody>
      </p:sp>
      <p:sp>
        <p:nvSpPr>
          <p:cNvPr id="19" name="직사각형 18">
            <a:extLst>
              <a:ext uri="{FF2B5EF4-FFF2-40B4-BE49-F238E27FC236}">
                <a16:creationId xmlns:a16="http://schemas.microsoft.com/office/drawing/2014/main" id="{9950068E-F32E-4B4C-AC57-037E9FF881D5}"/>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[가설] 관로·굴착·강우 이력을 연결해 재탐사 우선순위를 보완 · 선로 운행을 뜻하지 않음</a:t>
            </a:r>
          </a:p>
        </p:txBody>
      </p:sp>
    </p:spTree>
    <p:extLst>
      <p:ext uri="{BB962C8B-B14F-4D97-AF65-F5344CB8AC3E}">
        <p14:creationId xmlns:p14="http://schemas.microsoft.com/office/powerpoint/2010/main" val="2093567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1E29"/>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23F41CB0-4018-49A0-9F85-A5A9843776D1}"/>
              </a:ext>
            </a:extLst>
          </p:cNvPr>
          <p:cNvPicPr>
            <a:picLocks noChangeAspect="1"/>
          </p:cNvPicPr>
          <p:nvPr/>
        </p:nvPicPr>
        <p:blipFill>
          <a:blip r:embed="rId3"/>
          <a:srcRect t="27" b="27"/>
          <a:stretch>
            <a:fillRect/>
          </a:stretch>
        </p:blipFill>
        <p:spPr>
          <a:xfrm>
            <a:off x="0" y="0"/>
            <a:ext cx="15240000" cy="8572500"/>
          </a:xfrm>
          <a:prstGeom prst="rect">
            <a:avLst/>
          </a:prstGeom>
        </p:spPr>
      </p:pic>
      <p:sp>
        <p:nvSpPr>
          <p:cNvPr id="2" name="직사각형 1">
            <a:extLst>
              <a:ext uri="{FF2B5EF4-FFF2-40B4-BE49-F238E27FC236}">
                <a16:creationId xmlns:a16="http://schemas.microsoft.com/office/drawing/2014/main" id="{76F601C4-047A-4BBA-8F17-347D04E6EF67}"/>
              </a:ext>
            </a:extLst>
          </p:cNvPr>
          <p:cNvSpPr>
            <a:spLocks noGrp="1"/>
          </p:cNvSpPr>
          <p:nvPr/>
        </p:nvSpPr>
        <p:spPr>
          <a:xfrm>
            <a:off x="0" y="0"/>
            <a:ext cx="8763000" cy="8572500"/>
          </a:xfrm>
          <a:prstGeom prst="rect">
            <a:avLst/>
          </a:prstGeom>
          <a:solidFill>
            <a:srgbClr val="071E29">
              <a:alpha val="88000"/>
            </a:srgbClr>
          </a:solidFill>
          <a:ln w="0">
            <a:noFill/>
          </a:ln>
        </p:spPr>
        <p:txBody>
          <a:bodyPr/>
          <a:lstStyle/>
          <a:p>
            <a:endParaRPr lang="ko-KR" altLang="en-US"/>
          </a:p>
        </p:txBody>
      </p:sp>
      <p:sp>
        <p:nvSpPr>
          <p:cNvPr id="3" name="직사각형 2">
            <a:extLst>
              <a:ext uri="{FF2B5EF4-FFF2-40B4-BE49-F238E27FC236}">
                <a16:creationId xmlns:a16="http://schemas.microsoft.com/office/drawing/2014/main" id="{BE16D6EC-F863-4C3F-9EC4-4EC5A948CD8C}"/>
              </a:ext>
            </a:extLst>
          </p:cNvPr>
          <p:cNvSpPr>
            <a:spLocks noGrp="1"/>
          </p:cNvSpPr>
          <p:nvPr/>
        </p:nvSpPr>
        <p:spPr>
          <a:xfrm>
            <a:off x="571500" y="638175"/>
            <a:ext cx="11906250" cy="533400"/>
          </a:xfrm>
          <a:prstGeom prst="rect">
            <a:avLst/>
          </a:prstGeom>
          <a:noFill/>
          <a:ln w="0">
            <a:noFill/>
          </a:ln>
        </p:spPr>
        <p:txBody>
          <a:bodyPr lIns="0" tIns="0" rIns="0" bIns="0">
            <a:noAutofit/>
          </a:bodyPr>
          <a:lstStyle>
            <a:defPPr algn="l">
              <a:defRPr sz="2325" b="1">
                <a:solidFill>
                  <a:srgbClr val="A9F2CE"/>
                </a:solidFill>
                <a:latin typeface="Apple SD Gothic Neo"/>
                <a:ea typeface="Apple SD Gothic Neo"/>
                <a:cs typeface="Apple SD Gothic Neo"/>
              </a:defRPr>
            </a:defPPr>
          </a:lstStyle>
          <a:p>
            <a:pPr algn="l">
              <a:lnSpc>
                <a:spcPct val="105000"/>
              </a:lnSpc>
              <a:buNone/>
              <a:defRPr sz="2325" b="1">
                <a:solidFill>
                  <a:srgbClr val="A9F2CE"/>
                </a:solidFill>
                <a:latin typeface="Apple SD Gothic Neo"/>
                <a:ea typeface="Apple SD Gothic Neo"/>
                <a:cs typeface="Apple SD Gothic Neo"/>
              </a:defRPr>
            </a:pPr>
            <a:r>
              <a:rPr sz="2325" b="1">
                <a:solidFill>
                  <a:srgbClr val="A9F2CE"/>
                </a:solidFill>
                <a:latin typeface="Apple SD Gothic Neo"/>
                <a:ea typeface="Apple SD Gothic Neo"/>
                <a:cs typeface="Apple SD Gothic Neo"/>
              </a:rPr>
              <a:t>PV5 GROUNDWATCH</a:t>
            </a:r>
          </a:p>
        </p:txBody>
      </p:sp>
      <p:sp>
        <p:nvSpPr>
          <p:cNvPr id="4" name="직사각형 3">
            <a:extLst>
              <a:ext uri="{FF2B5EF4-FFF2-40B4-BE49-F238E27FC236}">
                <a16:creationId xmlns:a16="http://schemas.microsoft.com/office/drawing/2014/main" id="{D97CEF4D-BBAF-4647-B641-0B57A0DA2268}"/>
              </a:ext>
            </a:extLst>
          </p:cNvPr>
          <p:cNvSpPr>
            <a:spLocks noGrp="1"/>
          </p:cNvSpPr>
          <p:nvPr/>
        </p:nvSpPr>
        <p:spPr>
          <a:xfrm>
            <a:off x="571500" y="2085975"/>
            <a:ext cx="8239125" cy="3495675"/>
          </a:xfrm>
          <a:prstGeom prst="rect">
            <a:avLst/>
          </a:prstGeom>
          <a:noFill/>
          <a:ln w="0">
            <a:noFill/>
          </a:ln>
        </p:spPr>
        <p:txBody>
          <a:bodyPr lIns="0" tIns="0" rIns="0" bIns="0">
            <a:noAutofit/>
          </a:bodyPr>
          <a:lstStyle>
            <a:defPPr algn="l">
              <a:defRPr sz="4875" b="1">
                <a:solidFill>
                  <a:srgbClr val="FFFFFF"/>
                </a:solidFill>
                <a:latin typeface="Apple SD Gothic Neo"/>
                <a:ea typeface="Apple SD Gothic Neo"/>
                <a:cs typeface="Apple SD Gothic Neo"/>
              </a:defRPr>
            </a:defPPr>
          </a:lstStyle>
          <a:p>
            <a:pPr algn="l">
              <a:lnSpc>
                <a:spcPct val="105000"/>
              </a:lnSpc>
              <a:buNone/>
              <a:defRPr sz="4875" b="1">
                <a:solidFill>
                  <a:srgbClr val="FFFFFF"/>
                </a:solidFill>
                <a:latin typeface="Apple SD Gothic Neo"/>
                <a:ea typeface="Apple SD Gothic Neo"/>
                <a:cs typeface="Apple SD Gothic Neo"/>
              </a:defRPr>
            </a:pPr>
            <a:r>
              <a:rPr sz="4875" b="1">
                <a:solidFill>
                  <a:srgbClr val="FFFFFF"/>
                </a:solidFill>
                <a:latin typeface="Apple SD Gothic Neo"/>
                <a:ea typeface="Apple SD Gothic Neo"/>
                <a:cs typeface="Apple SD Gothic Neo"/>
              </a:rPr>
              <a:t>우리가 찾으려는 것은</a:t>
            </a:r>
          </a:p>
          <a:p>
            <a:pPr algn="l">
              <a:lnSpc>
                <a:spcPct val="105000"/>
              </a:lnSpc>
              <a:buNone/>
              <a:defRPr sz="4875" b="1">
                <a:solidFill>
                  <a:srgbClr val="FFFFFF"/>
                </a:solidFill>
                <a:latin typeface="Apple SD Gothic Neo"/>
                <a:ea typeface="Apple SD Gothic Neo"/>
                <a:cs typeface="Apple SD Gothic Neo"/>
              </a:defRPr>
            </a:pPr>
            <a:r>
              <a:rPr sz="4875" b="1">
                <a:solidFill>
                  <a:srgbClr val="FFFFFF"/>
                </a:solidFill>
                <a:latin typeface="Apple SD Gothic Neo"/>
                <a:ea typeface="Apple SD Gothic Neo"/>
                <a:cs typeface="Apple SD Gothic Neo"/>
              </a:rPr>
              <a:t>구멍이 아니라,</a:t>
            </a:r>
          </a:p>
          <a:p>
            <a:pPr algn="l">
              <a:lnSpc>
                <a:spcPct val="105000"/>
              </a:lnSpc>
              <a:buNone/>
              <a:defRPr sz="4875" b="1">
                <a:solidFill>
                  <a:srgbClr val="FFFFFF"/>
                </a:solidFill>
                <a:latin typeface="Apple SD Gothic Neo"/>
                <a:ea typeface="Apple SD Gothic Neo"/>
                <a:cs typeface="Apple SD Gothic Neo"/>
              </a:defRPr>
            </a:pPr>
            <a:r>
              <a:rPr sz="4875" b="1">
                <a:solidFill>
                  <a:srgbClr val="FFFFFF"/>
                </a:solidFill>
                <a:latin typeface="Apple SD Gothic Neo"/>
                <a:ea typeface="Apple SD Gothic Neo"/>
                <a:cs typeface="Apple SD Gothic Neo"/>
              </a:rPr>
              <a:t>구멍이 되기 전의</a:t>
            </a:r>
          </a:p>
          <a:p>
            <a:pPr algn="l">
              <a:lnSpc>
                <a:spcPct val="105000"/>
              </a:lnSpc>
              <a:buNone/>
              <a:defRPr sz="4875" b="1">
                <a:solidFill>
                  <a:srgbClr val="FFFFFF"/>
                </a:solidFill>
                <a:latin typeface="Apple SD Gothic Neo"/>
                <a:ea typeface="Apple SD Gothic Neo"/>
                <a:cs typeface="Apple SD Gothic Neo"/>
              </a:defRPr>
            </a:pPr>
            <a:r>
              <a:rPr sz="4875" b="1">
                <a:solidFill>
                  <a:srgbClr val="FFFFFF"/>
                </a:solidFill>
                <a:latin typeface="Apple SD Gothic Neo"/>
                <a:ea typeface="Apple SD Gothic Neo"/>
                <a:cs typeface="Apple SD Gothic Neo"/>
              </a:rPr>
              <a:t>변화입니다.</a:t>
            </a:r>
          </a:p>
        </p:txBody>
      </p:sp>
      <p:sp>
        <p:nvSpPr>
          <p:cNvPr id="5" name="직사각형 4">
            <a:extLst>
              <a:ext uri="{FF2B5EF4-FFF2-40B4-BE49-F238E27FC236}">
                <a16:creationId xmlns:a16="http://schemas.microsoft.com/office/drawing/2014/main" id="{77081656-A12C-4047-95BF-9D194601F1C5}"/>
              </a:ext>
            </a:extLst>
          </p:cNvPr>
          <p:cNvSpPr>
            <a:spLocks noGrp="1"/>
          </p:cNvSpPr>
          <p:nvPr/>
        </p:nvSpPr>
        <p:spPr>
          <a:xfrm>
            <a:off x="609600" y="7210425"/>
            <a:ext cx="8286750" cy="628650"/>
          </a:xfrm>
          <a:prstGeom prst="rect">
            <a:avLst/>
          </a:prstGeom>
          <a:noFill/>
          <a:ln w="0">
            <a:noFill/>
          </a:ln>
        </p:spPr>
        <p:txBody>
          <a:bodyPr lIns="0" tIns="0" rIns="0" bIns="0">
            <a:noAutofit/>
          </a:bodyPr>
          <a:lstStyle>
            <a:defPPr algn="l">
              <a:defRPr sz="2625" b="1">
                <a:solidFill>
                  <a:srgbClr val="A9F2CE"/>
                </a:solidFill>
                <a:latin typeface="Apple SD Gothic Neo"/>
                <a:ea typeface="Apple SD Gothic Neo"/>
                <a:cs typeface="Apple SD Gothic Neo"/>
              </a:defRPr>
            </a:defPPr>
          </a:lstStyle>
          <a:p>
            <a:pPr algn="l">
              <a:lnSpc>
                <a:spcPct val="105000"/>
              </a:lnSpc>
              <a:buNone/>
              <a:defRPr sz="2625" b="1">
                <a:solidFill>
                  <a:srgbClr val="A9F2CE"/>
                </a:solidFill>
                <a:latin typeface="Apple SD Gothic Neo"/>
                <a:ea typeface="Apple SD Gothic Neo"/>
                <a:cs typeface="Apple SD Gothic Neo"/>
              </a:defRPr>
            </a:pPr>
            <a:r>
              <a:rPr sz="2625" b="1">
                <a:solidFill>
                  <a:srgbClr val="A9F2CE"/>
                </a:solidFill>
                <a:latin typeface="Apple SD Gothic Neo"/>
                <a:ea typeface="Apple SD Gothic Neo"/>
                <a:cs typeface="Apple SD Gothic Neo"/>
              </a:rPr>
              <a:t>한 명이라도 살릴 수 있다면</a:t>
            </a:r>
          </a:p>
        </p:txBody>
      </p:sp>
      <p:sp>
        <p:nvSpPr>
          <p:cNvPr id="6" name="직사각형 5">
            <a:extLst>
              <a:ext uri="{FF2B5EF4-FFF2-40B4-BE49-F238E27FC236}">
                <a16:creationId xmlns:a16="http://schemas.microsoft.com/office/drawing/2014/main" id="{B37B6C12-3BE4-4E5F-A815-9A19F1ADD525}"/>
              </a:ext>
            </a:extLst>
          </p:cNvPr>
          <p:cNvSpPr>
            <a:spLocks noGrp="1"/>
          </p:cNvSpPr>
          <p:nvPr/>
        </p:nvSpPr>
        <p:spPr>
          <a:xfrm>
            <a:off x="11811000" y="8086725"/>
            <a:ext cx="2952750" cy="295275"/>
          </a:xfrm>
          <a:prstGeom prst="rect">
            <a:avLst/>
          </a:prstGeom>
          <a:noFill/>
          <a:ln w="0">
            <a:noFill/>
          </a:ln>
        </p:spPr>
        <p:txBody>
          <a:bodyPr lIns="0" tIns="0" rIns="0" bIns="0">
            <a:noAutofit/>
          </a:bodyPr>
          <a:lstStyle>
            <a:defPPr algn="r">
              <a:defRPr sz="1275" b="0">
                <a:solidFill>
                  <a:srgbClr val="FFFFFF"/>
                </a:solidFill>
                <a:latin typeface="Apple SD Gothic Neo"/>
                <a:ea typeface="Apple SD Gothic Neo"/>
                <a:cs typeface="Apple SD Gothic Neo"/>
              </a:defRPr>
            </a:defPPr>
          </a:lstStyle>
          <a:p>
            <a:pPr algn="r">
              <a:lnSpc>
                <a:spcPct val="105000"/>
              </a:lnSpc>
              <a:buNone/>
              <a:defRPr sz="1275" b="0">
                <a:solidFill>
                  <a:srgbClr val="FFFFFF"/>
                </a:solidFill>
                <a:latin typeface="Apple SD Gothic Neo"/>
                <a:ea typeface="Apple SD Gothic Neo"/>
                <a:cs typeface="Apple SD Gothic Neo"/>
              </a:defRPr>
            </a:pPr>
            <a:r>
              <a:rPr sz="1275" b="0">
                <a:solidFill>
                  <a:srgbClr val="FFFFFF"/>
                </a:solidFill>
                <a:latin typeface="Apple SD Gothic Neo"/>
                <a:ea typeface="Apple SD Gothic Neo"/>
                <a:cs typeface="Apple SD Gothic Neo"/>
              </a:rPr>
              <a:t>AI 생성 차량 콘셉트</a:t>
            </a:r>
          </a:p>
        </p:txBody>
      </p:sp>
    </p:spTree>
    <p:extLst>
      <p:ext uri="{BB962C8B-B14F-4D97-AF65-F5344CB8AC3E}">
        <p14:creationId xmlns:p14="http://schemas.microsoft.com/office/powerpoint/2010/main" val="753077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B211846F-D3AD-49A2-B193-3AFCD4F2B2AD}"/>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C30A58AC-9B69-49E6-87B7-A1F7976C9AD3}"/>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APPENDIX</a:t>
            </a:r>
          </a:p>
        </p:txBody>
      </p:sp>
      <p:sp>
        <p:nvSpPr>
          <p:cNvPr id="3" name="직사각형 2">
            <a:extLst>
              <a:ext uri="{FF2B5EF4-FFF2-40B4-BE49-F238E27FC236}">
                <a16:creationId xmlns:a16="http://schemas.microsoft.com/office/drawing/2014/main" id="{D7ED9730-9617-44C7-BFC7-320A77F80F00}"/>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0180D2A1-E799-485C-8E5C-711FB3DBE1D4}"/>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부록 A. 통합 설계 확인 항목</a:t>
            </a:r>
          </a:p>
        </p:txBody>
      </p:sp>
      <p:sp>
        <p:nvSpPr>
          <p:cNvPr id="5" name="직사각형 4">
            <a:extLst>
              <a:ext uri="{FF2B5EF4-FFF2-40B4-BE49-F238E27FC236}">
                <a16:creationId xmlns:a16="http://schemas.microsoft.com/office/drawing/2014/main" id="{FF46D8A8-7109-4DCB-8DE8-9890B5953055}"/>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20CA0FF3-3925-45F0-B112-83CC280406A9}"/>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26</a:t>
            </a:r>
          </a:p>
        </p:txBody>
      </p:sp>
      <p:sp>
        <p:nvSpPr>
          <p:cNvPr id="7" name="직사각형 6">
            <a:extLst>
              <a:ext uri="{FF2B5EF4-FFF2-40B4-BE49-F238E27FC236}">
                <a16:creationId xmlns:a16="http://schemas.microsoft.com/office/drawing/2014/main" id="{1E734B75-037E-446B-AFF0-9E5DBE4BFF44}"/>
              </a:ext>
            </a:extLst>
          </p:cNvPr>
          <p:cNvSpPr>
            <a:spLocks noGrp="1"/>
          </p:cNvSpPr>
          <p:nvPr/>
        </p:nvSpPr>
        <p:spPr>
          <a:xfrm>
            <a:off x="533400" y="1905000"/>
            <a:ext cx="14097000" cy="952500"/>
          </a:xfrm>
          <a:prstGeom prst="rect">
            <a:avLst/>
          </a:prstGeom>
          <a:noFill/>
          <a:ln w="0">
            <a:noFill/>
          </a:ln>
        </p:spPr>
        <p:txBody>
          <a:bodyPr lIns="0" tIns="0" rIns="0" bIns="0">
            <a:noAutofit/>
          </a:bodyPr>
          <a:lstStyle>
            <a:defPPr algn="l">
              <a:defRPr sz="4275" b="1">
                <a:solidFill>
                  <a:srgbClr val="102A35"/>
                </a:solidFill>
                <a:latin typeface="Apple SD Gothic Neo"/>
                <a:ea typeface="Apple SD Gothic Neo"/>
                <a:cs typeface="Apple SD Gothic Neo"/>
              </a:defRPr>
            </a:defPPr>
          </a:lstStyle>
          <a:p>
            <a:pPr algn="l">
              <a:lnSpc>
                <a:spcPct val="105000"/>
              </a:lnSpc>
              <a:buNone/>
              <a:defRPr sz="4275" b="1">
                <a:solidFill>
                  <a:srgbClr val="102A35"/>
                </a:solidFill>
                <a:latin typeface="Apple SD Gothic Neo"/>
                <a:ea typeface="Apple SD Gothic Neo"/>
                <a:cs typeface="Apple SD Gothic Neo"/>
              </a:defRPr>
            </a:pPr>
            <a:r>
              <a:rPr sz="4275" b="1">
                <a:solidFill>
                  <a:srgbClr val="102A35"/>
                </a:solidFill>
                <a:latin typeface="Apple SD Gothic Neo"/>
                <a:ea typeface="Apple SD Gothic Neo"/>
                <a:cs typeface="Apple SD Gothic Neo"/>
              </a:rPr>
              <a:t>구현 전 확인해야 할 조건</a:t>
            </a:r>
          </a:p>
        </p:txBody>
      </p:sp>
      <p:sp>
        <p:nvSpPr>
          <p:cNvPr id="8" name="직사각형 7">
            <a:extLst>
              <a:ext uri="{FF2B5EF4-FFF2-40B4-BE49-F238E27FC236}">
                <a16:creationId xmlns:a16="http://schemas.microsoft.com/office/drawing/2014/main" id="{66941206-B0C4-4B66-8034-8508B15D4035}"/>
              </a:ext>
            </a:extLst>
          </p:cNvPr>
          <p:cNvSpPr>
            <a:spLocks noGrp="1"/>
          </p:cNvSpPr>
          <p:nvPr/>
        </p:nvSpPr>
        <p:spPr>
          <a:xfrm>
            <a:off x="552450" y="3448050"/>
            <a:ext cx="42291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차량과 전력</a:t>
            </a:r>
          </a:p>
        </p:txBody>
      </p:sp>
      <p:sp>
        <p:nvSpPr>
          <p:cNvPr id="9" name="직사각형 8">
            <a:extLst>
              <a:ext uri="{FF2B5EF4-FFF2-40B4-BE49-F238E27FC236}">
                <a16:creationId xmlns:a16="http://schemas.microsoft.com/office/drawing/2014/main" id="{0D969A61-2B9D-4A48-B5A0-04923E6E8756}"/>
              </a:ext>
            </a:extLst>
          </p:cNvPr>
          <p:cNvSpPr>
            <a:spLocks noGrp="1"/>
          </p:cNvSpPr>
          <p:nvPr/>
        </p:nvSpPr>
        <p:spPr>
          <a:xfrm>
            <a:off x="552450" y="4086225"/>
            <a:ext cx="42291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장비 치수·총중량·축하중</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고정 구조·장착 승인</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220V 부하·기동전류·접지</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주행 중 V2L 사용 조건</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UPS·방열·방진·방수</a:t>
            </a:r>
          </a:p>
        </p:txBody>
      </p:sp>
      <p:sp>
        <p:nvSpPr>
          <p:cNvPr id="10" name="직사각형 9">
            <a:extLst>
              <a:ext uri="{FF2B5EF4-FFF2-40B4-BE49-F238E27FC236}">
                <a16:creationId xmlns:a16="http://schemas.microsoft.com/office/drawing/2014/main" id="{72DEB089-4132-410E-B0C6-FAA85945DC4D}"/>
              </a:ext>
            </a:extLst>
          </p:cNvPr>
          <p:cNvSpPr>
            <a:spLocks noGrp="1"/>
          </p:cNvSpPr>
          <p:nvPr/>
        </p:nvSpPr>
        <p:spPr>
          <a:xfrm>
            <a:off x="5534025" y="3448050"/>
            <a:ext cx="42291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탐사와 위치</a:t>
            </a:r>
          </a:p>
        </p:txBody>
      </p:sp>
      <p:sp>
        <p:nvSpPr>
          <p:cNvPr id="11" name="직사각형 10">
            <a:extLst>
              <a:ext uri="{FF2B5EF4-FFF2-40B4-BE49-F238E27FC236}">
                <a16:creationId xmlns:a16="http://schemas.microsoft.com/office/drawing/2014/main" id="{C4BFDC91-5F37-4837-B738-66A70A5879E1}"/>
              </a:ext>
            </a:extLst>
          </p:cNvPr>
          <p:cNvSpPr>
            <a:spLocks noGrp="1"/>
          </p:cNvSpPr>
          <p:nvPr/>
        </p:nvSpPr>
        <p:spPr>
          <a:xfrm>
            <a:off x="5534025" y="4086225"/>
            <a:ext cx="42291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안테나·목표 깊이·해상도</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속도·노면·수분 영향</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센서 시간 동기화</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GNSS 음영·정합 오차</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AR 좌표와 현장 마커</a:t>
            </a:r>
          </a:p>
        </p:txBody>
      </p:sp>
      <p:sp>
        <p:nvSpPr>
          <p:cNvPr id="12" name="직사각형 11">
            <a:extLst>
              <a:ext uri="{FF2B5EF4-FFF2-40B4-BE49-F238E27FC236}">
                <a16:creationId xmlns:a16="http://schemas.microsoft.com/office/drawing/2014/main" id="{F409B91A-4D9F-4FBE-BAB9-D6F81FA870E0}"/>
              </a:ext>
            </a:extLst>
          </p:cNvPr>
          <p:cNvSpPr>
            <a:spLocks noGrp="1"/>
          </p:cNvSpPr>
          <p:nvPr/>
        </p:nvSpPr>
        <p:spPr>
          <a:xfrm>
            <a:off x="10515600" y="3448050"/>
            <a:ext cx="4229100" cy="457200"/>
          </a:xfrm>
          <a:prstGeom prst="rect">
            <a:avLst/>
          </a:prstGeom>
          <a:noFill/>
          <a:ln w="0">
            <a:noFill/>
          </a:ln>
        </p:spPr>
        <p:txBody>
          <a:bodyPr lIns="0" tIns="0" rIns="0" bIns="0">
            <a:noAutofit/>
          </a:bodyPr>
          <a:lstStyle>
            <a:defPPr algn="l">
              <a:defRPr sz="2475" b="1">
                <a:solidFill>
                  <a:srgbClr val="102A35"/>
                </a:solidFill>
                <a:latin typeface="Apple SD Gothic Neo"/>
                <a:ea typeface="Apple SD Gothic Neo"/>
                <a:cs typeface="Apple SD Gothic Neo"/>
              </a:defRPr>
            </a:defPPr>
          </a:lstStyle>
          <a:p>
            <a:pPr algn="l">
              <a:lnSpc>
                <a:spcPct val="105000"/>
              </a:lnSpc>
              <a:buNone/>
              <a:defRPr sz="2475" b="1">
                <a:solidFill>
                  <a:srgbClr val="102A35"/>
                </a:solidFill>
                <a:latin typeface="Apple SD Gothic Neo"/>
                <a:ea typeface="Apple SD Gothic Neo"/>
                <a:cs typeface="Apple SD Gothic Neo"/>
              </a:defRPr>
            </a:pPr>
            <a:r>
              <a:rPr sz="2475" b="1">
                <a:solidFill>
                  <a:srgbClr val="102A35"/>
                </a:solidFill>
                <a:latin typeface="Apple SD Gothic Neo"/>
                <a:ea typeface="Apple SD Gothic Neo"/>
                <a:cs typeface="Apple SD Gothic Neo"/>
              </a:rPr>
              <a:t>소프트웨어와 운영</a:t>
            </a:r>
          </a:p>
        </p:txBody>
      </p:sp>
      <p:sp>
        <p:nvSpPr>
          <p:cNvPr id="13" name="직사각형 12">
            <a:extLst>
              <a:ext uri="{FF2B5EF4-FFF2-40B4-BE49-F238E27FC236}">
                <a16:creationId xmlns:a16="http://schemas.microsoft.com/office/drawing/2014/main" id="{A0E99900-7924-4E48-ACF6-A0377FEE3DE4}"/>
              </a:ext>
            </a:extLst>
          </p:cNvPr>
          <p:cNvSpPr>
            <a:spLocks noGrp="1"/>
          </p:cNvSpPr>
          <p:nvPr/>
        </p:nvSpPr>
        <p:spPr>
          <a:xfrm>
            <a:off x="10515600" y="4086225"/>
            <a:ext cx="4229100" cy="2000250"/>
          </a:xfrm>
          <a:prstGeom prst="rect">
            <a:avLst/>
          </a:prstGeom>
          <a:noFill/>
          <a:ln w="0">
            <a:noFill/>
          </a:ln>
        </p:spPr>
        <p:txBody>
          <a:bodyPr lIns="0" tIns="0" rIns="0" bIns="0">
            <a:noAutofit/>
          </a:bodyPr>
          <a:lstStyle>
            <a:defPPr algn="l">
              <a:defRPr sz="2250" b="0">
                <a:solidFill>
                  <a:srgbClr val="102A35"/>
                </a:solidFill>
                <a:latin typeface="Apple SD Gothic Neo"/>
                <a:ea typeface="Apple SD Gothic Neo"/>
                <a:cs typeface="Apple SD Gothic Neo"/>
              </a:defRPr>
            </a:defPPr>
          </a:lstStyle>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AAOS 허용 앱·배포 절차</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관제 API·데이터 규격</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보안 권한·영상 개인정보</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보존 정책·야간 작업</a:t>
            </a:r>
          </a:p>
          <a:p>
            <a:pPr algn="l">
              <a:lnSpc>
                <a:spcPct val="105000"/>
              </a:lnSpc>
              <a:buNone/>
              <a:defRPr sz="2250" b="0">
                <a:solidFill>
                  <a:srgbClr val="102A35"/>
                </a:solidFill>
                <a:latin typeface="Apple SD Gothic Neo"/>
                <a:ea typeface="Apple SD Gothic Neo"/>
                <a:cs typeface="Apple SD Gothic Neo"/>
              </a:defRPr>
            </a:pPr>
            <a:r>
              <a:rPr sz="2250" b="0">
                <a:solidFill>
                  <a:srgbClr val="102A35"/>
                </a:solidFill>
                <a:latin typeface="Apple SD Gothic Neo"/>
                <a:ea typeface="Apple SD Gothic Neo"/>
                <a:cs typeface="Apple SD Gothic Neo"/>
              </a:rPr>
              <a:t>조사 자격·현장 안전</a:t>
            </a:r>
          </a:p>
        </p:txBody>
      </p:sp>
      <p:sp>
        <p:nvSpPr>
          <p:cNvPr id="14" name="직사각형 13">
            <a:extLst>
              <a:ext uri="{FF2B5EF4-FFF2-40B4-BE49-F238E27FC236}">
                <a16:creationId xmlns:a16="http://schemas.microsoft.com/office/drawing/2014/main" id="{AC2D93C7-ED64-4CD2-A527-0048ED8B0996}"/>
              </a:ext>
            </a:extLst>
          </p:cNvPr>
          <p:cNvSpPr>
            <a:spLocks noGrp="1"/>
          </p:cNvSpPr>
          <p:nvPr/>
        </p:nvSpPr>
        <p:spPr>
          <a:xfrm>
            <a:off x="533400" y="76200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모두 [추가 확인 필요] 또는 [실증 필요] 항목 · 태블릿·iPad는 핵심 운용 장비에서 제외</a:t>
            </a:r>
          </a:p>
        </p:txBody>
      </p:sp>
    </p:spTree>
    <p:extLst>
      <p:ext uri="{BB962C8B-B14F-4D97-AF65-F5344CB8AC3E}">
        <p14:creationId xmlns:p14="http://schemas.microsoft.com/office/powerpoint/2010/main" val="2032573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EA9D5AEB-F10D-4C7D-824A-3879B5AA3CFA}"/>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0ABA3B6A-C08C-4439-BC25-9F4BFB28CF32}"/>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APPENDIX</a:t>
            </a:r>
          </a:p>
        </p:txBody>
      </p:sp>
      <p:sp>
        <p:nvSpPr>
          <p:cNvPr id="3" name="직사각형 2">
            <a:extLst>
              <a:ext uri="{FF2B5EF4-FFF2-40B4-BE49-F238E27FC236}">
                <a16:creationId xmlns:a16="http://schemas.microsoft.com/office/drawing/2014/main" id="{B17EEEEF-1E9A-42F9-A306-EB1806C6B60C}"/>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0CEA7CF0-8FBD-46EE-8E64-B4F288828951}"/>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부록 B. 사실과 가설의 경계</a:t>
            </a:r>
          </a:p>
        </p:txBody>
      </p:sp>
      <p:sp>
        <p:nvSpPr>
          <p:cNvPr id="5" name="직사각형 4">
            <a:extLst>
              <a:ext uri="{FF2B5EF4-FFF2-40B4-BE49-F238E27FC236}">
                <a16:creationId xmlns:a16="http://schemas.microsoft.com/office/drawing/2014/main" id="{55F1785C-67D1-4491-826B-FE767BEC00F6}"/>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3BA240FB-957C-4618-B71F-8F3428664D0C}"/>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27</a:t>
            </a:r>
          </a:p>
        </p:txBody>
      </p:sp>
      <p:sp>
        <p:nvSpPr>
          <p:cNvPr id="7" name="직사각형 6">
            <a:extLst>
              <a:ext uri="{FF2B5EF4-FFF2-40B4-BE49-F238E27FC236}">
                <a16:creationId xmlns:a16="http://schemas.microsoft.com/office/drawing/2014/main" id="{10FA9921-D528-4C24-8790-6686BDE224B2}"/>
              </a:ext>
            </a:extLst>
          </p:cNvPr>
          <p:cNvSpPr>
            <a:spLocks noGrp="1"/>
          </p:cNvSpPr>
          <p:nvPr/>
        </p:nvSpPr>
        <p:spPr>
          <a:xfrm>
            <a:off x="533400" y="2133600"/>
            <a:ext cx="6905625" cy="609600"/>
          </a:xfrm>
          <a:prstGeom prst="rect">
            <a:avLst/>
          </a:prstGeom>
          <a:noFill/>
          <a:ln w="0">
            <a:noFill/>
          </a:ln>
        </p:spPr>
        <p:txBody>
          <a:bodyPr lIns="0" tIns="0" rIns="0" bIns="0">
            <a:noAutofit/>
          </a:bodyPr>
          <a:lstStyle>
            <a:defPPr algn="l">
              <a:defRPr sz="3150" b="1">
                <a:solidFill>
                  <a:srgbClr val="007D80"/>
                </a:solidFill>
                <a:latin typeface="Apple SD Gothic Neo"/>
                <a:ea typeface="Apple SD Gothic Neo"/>
                <a:cs typeface="Apple SD Gothic Neo"/>
              </a:defRPr>
            </a:defPPr>
          </a:lstStyle>
          <a:p>
            <a:pPr algn="l">
              <a:lnSpc>
                <a:spcPct val="105000"/>
              </a:lnSpc>
              <a:buNone/>
              <a:defRPr sz="3150" b="1">
                <a:solidFill>
                  <a:srgbClr val="007D80"/>
                </a:solidFill>
                <a:latin typeface="Apple SD Gothic Neo"/>
                <a:ea typeface="Apple SD Gothic Neo"/>
                <a:cs typeface="Apple SD Gothic Neo"/>
              </a:defRPr>
            </a:pPr>
            <a:r>
              <a:rPr sz="3150" b="1">
                <a:solidFill>
                  <a:srgbClr val="007D80"/>
                </a:solidFill>
                <a:latin typeface="Apple SD Gothic Neo"/>
                <a:ea typeface="Apple SD Gothic Neo"/>
                <a:cs typeface="Apple SD Gothic Neo"/>
              </a:rPr>
              <a:t>공식 자료로 확인</a:t>
            </a:r>
          </a:p>
        </p:txBody>
      </p:sp>
      <p:sp>
        <p:nvSpPr>
          <p:cNvPr id="8" name="직사각형 7">
            <a:extLst>
              <a:ext uri="{FF2B5EF4-FFF2-40B4-BE49-F238E27FC236}">
                <a16:creationId xmlns:a16="http://schemas.microsoft.com/office/drawing/2014/main" id="{B6B7446C-A8A2-4B42-AE1D-A8F32F8DA20C}"/>
              </a:ext>
            </a:extLst>
          </p:cNvPr>
          <p:cNvSpPr>
            <a:spLocks noGrp="1"/>
          </p:cNvSpPr>
          <p:nvPr/>
        </p:nvSpPr>
        <p:spPr>
          <a:xfrm>
            <a:off x="571500" y="3400425"/>
            <a:ext cx="6762750" cy="2619375"/>
          </a:xfrm>
          <a:prstGeom prst="rect">
            <a:avLst/>
          </a:prstGeom>
          <a:noFill/>
          <a:ln w="0">
            <a:noFill/>
          </a:ln>
        </p:spPr>
        <p:txBody>
          <a:bodyPr lIns="0" tIns="0" rIns="0" bIns="0">
            <a:noAutofit/>
          </a:bodyPr>
          <a:lstStyle>
            <a:defPPr algn="l">
              <a:defRPr sz="2550" b="0">
                <a:solidFill>
                  <a:srgbClr val="102A35"/>
                </a:solidFill>
                <a:latin typeface="Apple SD Gothic Neo"/>
                <a:ea typeface="Apple SD Gothic Neo"/>
                <a:cs typeface="Apple SD Gothic Neo"/>
              </a:defRPr>
            </a:defPPr>
          </a:lstStyle>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명일동 사고 시각·규모·피해</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조사위의 복합 원인 설명</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서울시 GPR 탐사·현황 공개</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PV5 카고 220V V2L</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12.9인치 PBV 인포테인먼트</a:t>
            </a:r>
          </a:p>
        </p:txBody>
      </p:sp>
      <p:sp>
        <p:nvSpPr>
          <p:cNvPr id="9" name="직사각형 8">
            <a:extLst>
              <a:ext uri="{FF2B5EF4-FFF2-40B4-BE49-F238E27FC236}">
                <a16:creationId xmlns:a16="http://schemas.microsoft.com/office/drawing/2014/main" id="{60BC8676-B09E-493F-8763-C3ACD178F2D1}"/>
              </a:ext>
            </a:extLst>
          </p:cNvPr>
          <p:cNvSpPr>
            <a:spLocks noGrp="1"/>
          </p:cNvSpPr>
          <p:nvPr/>
        </p:nvSpPr>
        <p:spPr>
          <a:xfrm>
            <a:off x="8239125" y="2133600"/>
            <a:ext cx="6429375" cy="609600"/>
          </a:xfrm>
          <a:prstGeom prst="rect">
            <a:avLst/>
          </a:prstGeom>
          <a:noFill/>
          <a:ln w="0">
            <a:noFill/>
          </a:ln>
        </p:spPr>
        <p:txBody>
          <a:bodyPr lIns="0" tIns="0" rIns="0" bIns="0">
            <a:noAutofit/>
          </a:bodyPr>
          <a:lstStyle>
            <a:defPPr algn="l">
              <a:defRPr sz="3150" b="1">
                <a:solidFill>
                  <a:srgbClr val="102A35"/>
                </a:solidFill>
                <a:latin typeface="Apple SD Gothic Neo"/>
                <a:ea typeface="Apple SD Gothic Neo"/>
                <a:cs typeface="Apple SD Gothic Neo"/>
              </a:defRPr>
            </a:defPPr>
          </a:lstStyle>
          <a:p>
            <a:pPr algn="l">
              <a:lnSpc>
                <a:spcPct val="105000"/>
              </a:lnSpc>
              <a:buNone/>
              <a:defRPr sz="3150" b="1">
                <a:solidFill>
                  <a:srgbClr val="102A35"/>
                </a:solidFill>
                <a:latin typeface="Apple SD Gothic Neo"/>
                <a:ea typeface="Apple SD Gothic Neo"/>
                <a:cs typeface="Apple SD Gothic Neo"/>
              </a:defRPr>
            </a:pPr>
            <a:r>
              <a:rPr sz="3150" b="1">
                <a:solidFill>
                  <a:srgbClr val="102A35"/>
                </a:solidFill>
                <a:latin typeface="Apple SD Gothic Neo"/>
                <a:ea typeface="Apple SD Gothic Neo"/>
                <a:cs typeface="Apple SD Gothic Neo"/>
              </a:rPr>
              <a:t>실증·확인이 필요한 제안</a:t>
            </a:r>
          </a:p>
        </p:txBody>
      </p:sp>
      <p:sp>
        <p:nvSpPr>
          <p:cNvPr id="10" name="직사각형 9">
            <a:extLst>
              <a:ext uri="{FF2B5EF4-FFF2-40B4-BE49-F238E27FC236}">
                <a16:creationId xmlns:a16="http://schemas.microsoft.com/office/drawing/2014/main" id="{2F5C509E-E0EE-413B-B2F3-B11BBF6B87EC}"/>
              </a:ext>
            </a:extLst>
          </p:cNvPr>
          <p:cNvSpPr>
            <a:spLocks noGrp="1"/>
          </p:cNvSpPr>
          <p:nvPr/>
        </p:nvSpPr>
        <p:spPr>
          <a:xfrm>
            <a:off x="8267700" y="3400425"/>
            <a:ext cx="6381750" cy="2619375"/>
          </a:xfrm>
          <a:prstGeom prst="rect">
            <a:avLst/>
          </a:prstGeom>
          <a:noFill/>
          <a:ln w="0">
            <a:noFill/>
          </a:ln>
        </p:spPr>
        <p:txBody>
          <a:bodyPr lIns="0" tIns="0" rIns="0" bIns="0">
            <a:noAutofit/>
          </a:bodyPr>
          <a:lstStyle>
            <a:defPPr algn="l">
              <a:defRPr sz="2550" b="0">
                <a:solidFill>
                  <a:srgbClr val="102A35"/>
                </a:solidFill>
                <a:latin typeface="Apple SD Gothic Neo"/>
                <a:ea typeface="Apple SD Gothic Neo"/>
                <a:cs typeface="Apple SD Gothic Neo"/>
              </a:defRPr>
            </a:defPPr>
          </a:lstStyle>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AI 날짜별 변화 감지 성능</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반복 관측의 조기 발견 효과</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탐지 깊이·주행 속도</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AR 재탐사 위치 정확도</a:t>
            </a:r>
          </a:p>
          <a:p>
            <a:pPr algn="l">
              <a:lnSpc>
                <a:spcPct val="105000"/>
              </a:lnSpc>
              <a:buNone/>
              <a:defRPr sz="2550" b="0">
                <a:solidFill>
                  <a:srgbClr val="102A35"/>
                </a:solidFill>
                <a:latin typeface="Apple SD Gothic Neo"/>
                <a:ea typeface="Apple SD Gothic Neo"/>
                <a:cs typeface="Apple SD Gothic Neo"/>
              </a:defRPr>
            </a:pPr>
            <a:r>
              <a:rPr sz="2550" b="0">
                <a:solidFill>
                  <a:srgbClr val="102A35"/>
                </a:solidFill>
                <a:latin typeface="Apple SD Gothic Neo"/>
                <a:ea typeface="Apple SD Gothic Neo"/>
                <a:cs typeface="Apple SD Gothic Neo"/>
              </a:rPr>
              <a:t>AAOS·관제 연동과 사업 수요</a:t>
            </a:r>
          </a:p>
        </p:txBody>
      </p:sp>
      <p:sp>
        <p:nvSpPr>
          <p:cNvPr id="11" name="직사각형 10">
            <a:extLst>
              <a:ext uri="{FF2B5EF4-FFF2-40B4-BE49-F238E27FC236}">
                <a16:creationId xmlns:a16="http://schemas.microsoft.com/office/drawing/2014/main" id="{B79FD9E8-C07D-43B0-8DAC-06CFB58EEF61}"/>
              </a:ext>
            </a:extLst>
          </p:cNvPr>
          <p:cNvSpPr>
            <a:spLocks noGrp="1"/>
          </p:cNvSpPr>
          <p:nvPr/>
        </p:nvSpPr>
        <p:spPr>
          <a:xfrm>
            <a:off x="533400" y="6972300"/>
            <a:ext cx="14173200" cy="14288"/>
          </a:xfrm>
          <a:prstGeom prst="rect">
            <a:avLst/>
          </a:prstGeom>
          <a:solidFill>
            <a:srgbClr val="CCD5D0"/>
          </a:solidFill>
          <a:ln w="0">
            <a:noFill/>
          </a:ln>
        </p:spPr>
        <p:txBody>
          <a:bodyPr/>
          <a:lstStyle/>
          <a:p>
            <a:endParaRPr lang="ko-KR" altLang="en-US"/>
          </a:p>
        </p:txBody>
      </p:sp>
      <p:sp>
        <p:nvSpPr>
          <p:cNvPr id="12" name="직사각형 11">
            <a:extLst>
              <a:ext uri="{FF2B5EF4-FFF2-40B4-BE49-F238E27FC236}">
                <a16:creationId xmlns:a16="http://schemas.microsoft.com/office/drawing/2014/main" id="{E6907B09-3470-4B6E-93F2-F069F2DEF030}"/>
              </a:ext>
            </a:extLst>
          </p:cNvPr>
          <p:cNvSpPr>
            <a:spLocks noGrp="1"/>
          </p:cNvSpPr>
          <p:nvPr/>
        </p:nvSpPr>
        <p:spPr>
          <a:xfrm>
            <a:off x="533400" y="7162800"/>
            <a:ext cx="13906500" cy="685800"/>
          </a:xfrm>
          <a:prstGeom prst="rect">
            <a:avLst/>
          </a:prstGeom>
          <a:noFill/>
          <a:ln w="0">
            <a:noFill/>
          </a:ln>
        </p:spPr>
        <p:txBody>
          <a:bodyPr lIns="0" tIns="0" rIns="0" bIns="0">
            <a:noAutofit/>
          </a:bodyPr>
          <a:lstStyle>
            <a:defPPr algn="l">
              <a:defRPr sz="2400" b="1">
                <a:solidFill>
                  <a:srgbClr val="007D80"/>
                </a:solidFill>
                <a:latin typeface="Apple SD Gothic Neo"/>
                <a:ea typeface="Apple SD Gothic Neo"/>
                <a:cs typeface="Apple SD Gothic Neo"/>
              </a:defRPr>
            </a:defPPr>
          </a:lstStyle>
          <a:p>
            <a:pPr algn="l">
              <a:lnSpc>
                <a:spcPct val="105000"/>
              </a:lnSpc>
              <a:buNone/>
              <a:defRPr sz="2400" b="1">
                <a:solidFill>
                  <a:srgbClr val="007D80"/>
                </a:solidFill>
                <a:latin typeface="Apple SD Gothic Neo"/>
                <a:ea typeface="Apple SD Gothic Neo"/>
                <a:cs typeface="Apple SD Gothic Neo"/>
              </a:defRPr>
            </a:pPr>
            <a:r>
              <a:rPr sz="2400" b="1">
                <a:solidFill>
                  <a:srgbClr val="007D80"/>
                </a:solidFill>
                <a:latin typeface="Apple SD Gothic Neo"/>
                <a:ea typeface="Apple SD Gothic Neo"/>
                <a:cs typeface="Apple SD Gothic Neo"/>
              </a:rPr>
              <a:t>깊은 지질구조의 모든 위험이나 모든 지반침하를 예측하지 않습니다.</a:t>
            </a:r>
          </a:p>
        </p:txBody>
      </p:sp>
    </p:spTree>
    <p:extLst>
      <p:ext uri="{BB962C8B-B14F-4D97-AF65-F5344CB8AC3E}">
        <p14:creationId xmlns:p14="http://schemas.microsoft.com/office/powerpoint/2010/main" val="424830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2EB"/>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BB6547FD-FE59-4EE3-89DD-20F7C4208BDD}"/>
              </a:ext>
            </a:extLst>
          </p:cNvPr>
          <p:cNvSpPr>
            <a:spLocks noGrp="1"/>
          </p:cNvSpPr>
          <p:nvPr/>
        </p:nvSpPr>
        <p:spPr>
          <a:xfrm>
            <a:off x="533400" y="238125"/>
            <a:ext cx="4762500" cy="285750"/>
          </a:xfrm>
          <a:prstGeom prst="rect">
            <a:avLst/>
          </a:prstGeom>
          <a:noFill/>
          <a:ln w="0">
            <a:noFill/>
          </a:ln>
        </p:spPr>
        <p:txBody>
          <a:bodyPr lIns="0" tIns="0" rIns="0" bIns="0">
            <a:noAutofit/>
          </a:bodyPr>
          <a:lstStyle>
            <a:defPPr algn="l">
              <a:defRPr sz="1500" b="1">
                <a:solidFill>
                  <a:srgbClr val="007D80"/>
                </a:solidFill>
                <a:latin typeface="Apple SD Gothic Neo"/>
                <a:ea typeface="Apple SD Gothic Neo"/>
                <a:cs typeface="Apple SD Gothic Neo"/>
              </a:defRPr>
            </a:defPPr>
          </a:lstStyle>
          <a:p>
            <a:pPr algn="l">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GROUNDWATCH</a:t>
            </a:r>
          </a:p>
        </p:txBody>
      </p:sp>
      <p:sp>
        <p:nvSpPr>
          <p:cNvPr id="2" name="직사각형 1">
            <a:extLst>
              <a:ext uri="{FF2B5EF4-FFF2-40B4-BE49-F238E27FC236}">
                <a16:creationId xmlns:a16="http://schemas.microsoft.com/office/drawing/2014/main" id="{30C4AFB2-E26C-4DD6-A0B1-908CD80D8AEF}"/>
              </a:ext>
            </a:extLst>
          </p:cNvPr>
          <p:cNvSpPr>
            <a:spLocks noGrp="1"/>
          </p:cNvSpPr>
          <p:nvPr/>
        </p:nvSpPr>
        <p:spPr>
          <a:xfrm>
            <a:off x="8858250" y="238125"/>
            <a:ext cx="5810250" cy="285750"/>
          </a:xfrm>
          <a:prstGeom prst="rect">
            <a:avLst/>
          </a:prstGeom>
          <a:noFill/>
          <a:ln w="0">
            <a:noFill/>
          </a:ln>
        </p:spPr>
        <p:txBody>
          <a:bodyPr lIns="0" tIns="0" rIns="0" bIns="0">
            <a:noAutofit/>
          </a:bodyPr>
          <a:lstStyle>
            <a:defPPr algn="r">
              <a:defRPr sz="1500" b="0">
                <a:solidFill>
                  <a:srgbClr val="102A35"/>
                </a:solidFill>
                <a:latin typeface="Apple SD Gothic Neo"/>
                <a:ea typeface="Apple SD Gothic Neo"/>
                <a:cs typeface="Apple SD Gothic Neo"/>
              </a:defRPr>
            </a:defPPr>
          </a:lstStyle>
          <a:p>
            <a:pPr algn="r">
              <a:lnSpc>
                <a:spcPct val="105000"/>
              </a:lnSpc>
              <a:buNone/>
              <a:defRPr sz="1500" b="0">
                <a:solidFill>
                  <a:srgbClr val="102A35"/>
                </a:solidFill>
                <a:latin typeface="Apple SD Gothic Neo"/>
                <a:ea typeface="Apple SD Gothic Neo"/>
                <a:cs typeface="Apple SD Gothic Neo"/>
              </a:defRPr>
            </a:pPr>
            <a:r>
              <a:rPr sz="1500" b="0">
                <a:solidFill>
                  <a:srgbClr val="102A35"/>
                </a:solidFill>
                <a:latin typeface="Apple SD Gothic Neo"/>
                <a:ea typeface="Apple SD Gothic Neo"/>
                <a:cs typeface="Apple SD Gothic Neo"/>
              </a:rPr>
              <a:t>APPENDIX</a:t>
            </a:r>
          </a:p>
        </p:txBody>
      </p:sp>
      <p:sp>
        <p:nvSpPr>
          <p:cNvPr id="3" name="직사각형 2">
            <a:extLst>
              <a:ext uri="{FF2B5EF4-FFF2-40B4-BE49-F238E27FC236}">
                <a16:creationId xmlns:a16="http://schemas.microsoft.com/office/drawing/2014/main" id="{8C595850-C917-418F-8695-3666D01C3ABF}"/>
              </a:ext>
            </a:extLst>
          </p:cNvPr>
          <p:cNvSpPr>
            <a:spLocks noGrp="1"/>
          </p:cNvSpPr>
          <p:nvPr/>
        </p:nvSpPr>
        <p:spPr>
          <a:xfrm>
            <a:off x="0" y="714375"/>
            <a:ext cx="15240000" cy="619125"/>
          </a:xfrm>
          <a:prstGeom prst="rect">
            <a:avLst/>
          </a:prstGeom>
          <a:solidFill>
            <a:srgbClr val="102A35"/>
          </a:solidFill>
          <a:ln w="0">
            <a:noFill/>
          </a:ln>
        </p:spPr>
        <p:txBody>
          <a:bodyPr/>
          <a:lstStyle/>
          <a:p>
            <a:endParaRPr lang="ko-KR" altLang="en-US"/>
          </a:p>
        </p:txBody>
      </p:sp>
      <p:sp>
        <p:nvSpPr>
          <p:cNvPr id="4" name="직사각형 3">
            <a:extLst>
              <a:ext uri="{FF2B5EF4-FFF2-40B4-BE49-F238E27FC236}">
                <a16:creationId xmlns:a16="http://schemas.microsoft.com/office/drawing/2014/main" id="{EE309785-A070-4F49-ACA7-4DC0D7B36569}"/>
              </a:ext>
            </a:extLst>
          </p:cNvPr>
          <p:cNvSpPr>
            <a:spLocks noGrp="1"/>
          </p:cNvSpPr>
          <p:nvPr/>
        </p:nvSpPr>
        <p:spPr>
          <a:xfrm>
            <a:off x="533400" y="838200"/>
            <a:ext cx="13620750" cy="400050"/>
          </a:xfrm>
          <a:prstGeom prst="rect">
            <a:avLst/>
          </a:prstGeom>
          <a:noFill/>
          <a:ln w="0">
            <a:noFill/>
          </a:ln>
        </p:spPr>
        <p:txBody>
          <a:bodyPr lIns="0" tIns="0" rIns="0" bIns="0">
            <a:noAutofit/>
          </a:bodyPr>
          <a:lstStyle>
            <a:defPPr algn="l">
              <a:defRPr sz="2400" b="1">
                <a:solidFill>
                  <a:srgbClr val="FFFFFF"/>
                </a:solidFill>
                <a:latin typeface="Apple SD Gothic Neo"/>
                <a:ea typeface="Apple SD Gothic Neo"/>
                <a:cs typeface="Apple SD Gothic Neo"/>
              </a:defRPr>
            </a:defPPr>
          </a:lstStyle>
          <a:p>
            <a:pPr algn="l">
              <a:lnSpc>
                <a:spcPct val="105000"/>
              </a:lnSpc>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부록 C. 주요 출처</a:t>
            </a:r>
          </a:p>
        </p:txBody>
      </p:sp>
      <p:sp>
        <p:nvSpPr>
          <p:cNvPr id="5" name="직사각형 4">
            <a:extLst>
              <a:ext uri="{FF2B5EF4-FFF2-40B4-BE49-F238E27FC236}">
                <a16:creationId xmlns:a16="http://schemas.microsoft.com/office/drawing/2014/main" id="{48CB44C2-F09C-410A-AABB-898FEBE50B3A}"/>
              </a:ext>
            </a:extLst>
          </p:cNvPr>
          <p:cNvSpPr>
            <a:spLocks noGrp="1"/>
          </p:cNvSpPr>
          <p:nvPr/>
        </p:nvSpPr>
        <p:spPr>
          <a:xfrm>
            <a:off x="533400" y="8162925"/>
            <a:ext cx="9525000" cy="238125"/>
          </a:xfrm>
          <a:prstGeom prst="rect">
            <a:avLst/>
          </a:prstGeom>
          <a:noFill/>
          <a:ln w="0">
            <a:noFill/>
          </a:ln>
        </p:spPr>
        <p:txBody>
          <a:bodyPr lIns="0" tIns="0" rIns="0" bIns="0">
            <a:noAutofit/>
          </a:bodyPr>
          <a:lstStyle>
            <a:defPPr algn="l">
              <a:defRPr sz="1350" b="0">
                <a:solidFill>
                  <a:srgbClr val="657779"/>
                </a:solidFill>
                <a:latin typeface="Apple SD Gothic Neo"/>
                <a:ea typeface="Apple SD Gothic Neo"/>
                <a:cs typeface="Apple SD Gothic Neo"/>
              </a:defRPr>
            </a:defPPr>
          </a:lstStyle>
          <a:p>
            <a:pPr algn="l">
              <a:lnSpc>
                <a:spcPct val="105000"/>
              </a:lnSpc>
              <a:buNone/>
              <a:defRPr sz="1350" b="0">
                <a:solidFill>
                  <a:srgbClr val="657779"/>
                </a:solidFill>
                <a:latin typeface="Apple SD Gothic Neo"/>
                <a:ea typeface="Apple SD Gothic Neo"/>
                <a:cs typeface="Apple SD Gothic Neo"/>
              </a:defRPr>
            </a:pPr>
            <a:r>
              <a:rPr sz="1350" b="0">
                <a:solidFill>
                  <a:srgbClr val="657779"/>
                </a:solidFill>
                <a:latin typeface="Apple SD Gothic Neo"/>
                <a:ea typeface="Apple SD Gothic Neo"/>
                <a:cs typeface="Apple SD Gothic Neo"/>
              </a:rPr>
              <a:t>PV5 지하안전 순찰차</a:t>
            </a:r>
          </a:p>
        </p:txBody>
      </p:sp>
      <p:sp>
        <p:nvSpPr>
          <p:cNvPr id="6" name="직사각형 5">
            <a:extLst>
              <a:ext uri="{FF2B5EF4-FFF2-40B4-BE49-F238E27FC236}">
                <a16:creationId xmlns:a16="http://schemas.microsoft.com/office/drawing/2014/main" id="{ED7A41CD-74B1-4A19-AB3F-48697543F62A}"/>
              </a:ext>
            </a:extLst>
          </p:cNvPr>
          <p:cNvSpPr>
            <a:spLocks noGrp="1"/>
          </p:cNvSpPr>
          <p:nvPr/>
        </p:nvSpPr>
        <p:spPr>
          <a:xfrm>
            <a:off x="14192250" y="8134350"/>
            <a:ext cx="523875" cy="285750"/>
          </a:xfrm>
          <a:prstGeom prst="rect">
            <a:avLst/>
          </a:prstGeom>
          <a:noFill/>
          <a:ln w="0">
            <a:noFill/>
          </a:ln>
        </p:spPr>
        <p:txBody>
          <a:bodyPr lIns="0" tIns="0" rIns="0" bIns="0">
            <a:noAutofit/>
          </a:bodyPr>
          <a:lstStyle>
            <a:defPPr algn="r">
              <a:defRPr sz="1500" b="1">
                <a:solidFill>
                  <a:srgbClr val="007D80"/>
                </a:solidFill>
                <a:latin typeface="Apple SD Gothic Neo"/>
                <a:ea typeface="Apple SD Gothic Neo"/>
                <a:cs typeface="Apple SD Gothic Neo"/>
              </a:defRPr>
            </a:defPPr>
          </a:lstStyle>
          <a:p>
            <a:pPr algn="r">
              <a:lnSpc>
                <a:spcPct val="105000"/>
              </a:lnSpc>
              <a:buNone/>
              <a:defRPr sz="1500" b="1">
                <a:solidFill>
                  <a:srgbClr val="007D80"/>
                </a:solidFill>
                <a:latin typeface="Apple SD Gothic Neo"/>
                <a:ea typeface="Apple SD Gothic Neo"/>
                <a:cs typeface="Apple SD Gothic Neo"/>
              </a:defRPr>
            </a:pPr>
            <a:r>
              <a:rPr sz="1500" b="1">
                <a:solidFill>
                  <a:srgbClr val="007D80"/>
                </a:solidFill>
                <a:latin typeface="Apple SD Gothic Neo"/>
                <a:ea typeface="Apple SD Gothic Neo"/>
                <a:cs typeface="Apple SD Gothic Neo"/>
              </a:rPr>
              <a:t>28</a:t>
            </a:r>
          </a:p>
        </p:txBody>
      </p:sp>
      <p:sp>
        <p:nvSpPr>
          <p:cNvPr id="7" name="직사각형 6">
            <a:extLst>
              <a:ext uri="{FF2B5EF4-FFF2-40B4-BE49-F238E27FC236}">
                <a16:creationId xmlns:a16="http://schemas.microsoft.com/office/drawing/2014/main" id="{DF1F6366-688D-4D3F-9B34-D157E9C71CD6}"/>
              </a:ext>
            </a:extLst>
          </p:cNvPr>
          <p:cNvSpPr>
            <a:spLocks noGrp="1"/>
          </p:cNvSpPr>
          <p:nvPr/>
        </p:nvSpPr>
        <p:spPr>
          <a:xfrm>
            <a:off x="533400" y="2190750"/>
            <a:ext cx="1143000" cy="619125"/>
          </a:xfrm>
          <a:prstGeom prst="rect">
            <a:avLst/>
          </a:prstGeom>
          <a:noFill/>
          <a:ln w="0">
            <a:noFill/>
          </a:ln>
        </p:spPr>
        <p:txBody>
          <a:bodyPr lIns="0" tIns="0" rIns="0" bIns="0">
            <a:noAutofit/>
          </a:bodyPr>
          <a:lstStyle>
            <a:defPPr algn="l">
              <a:defRPr sz="3450" b="1">
                <a:solidFill>
                  <a:srgbClr val="007D80"/>
                </a:solidFill>
                <a:latin typeface="Apple SD Gothic Neo"/>
                <a:ea typeface="Apple SD Gothic Neo"/>
                <a:cs typeface="Apple SD Gothic Neo"/>
              </a:defRPr>
            </a:defPPr>
          </a:lstStyle>
          <a:p>
            <a:pPr algn="l">
              <a:lnSpc>
                <a:spcPct val="105000"/>
              </a:lnSpc>
              <a:buNone/>
              <a:defRPr sz="3450" b="1">
                <a:solidFill>
                  <a:srgbClr val="007D80"/>
                </a:solidFill>
                <a:latin typeface="Apple SD Gothic Neo"/>
                <a:ea typeface="Apple SD Gothic Neo"/>
                <a:cs typeface="Apple SD Gothic Neo"/>
              </a:defRPr>
            </a:pPr>
            <a:r>
              <a:rPr sz="3450" b="1">
                <a:solidFill>
                  <a:srgbClr val="007D80"/>
                </a:solidFill>
                <a:latin typeface="Apple SD Gothic Neo"/>
                <a:ea typeface="Apple SD Gothic Neo"/>
                <a:cs typeface="Apple SD Gothic Neo"/>
              </a:rPr>
              <a:t>01</a:t>
            </a:r>
          </a:p>
        </p:txBody>
      </p:sp>
      <p:sp>
        <p:nvSpPr>
          <p:cNvPr id="8" name="직사각형 7">
            <a:extLst>
              <a:ext uri="{FF2B5EF4-FFF2-40B4-BE49-F238E27FC236}">
                <a16:creationId xmlns:a16="http://schemas.microsoft.com/office/drawing/2014/main" id="{2C919DD6-0939-4CB0-B62A-E66703BA3479}"/>
              </a:ext>
            </a:extLst>
          </p:cNvPr>
          <p:cNvSpPr>
            <a:spLocks noGrp="1"/>
          </p:cNvSpPr>
          <p:nvPr/>
        </p:nvSpPr>
        <p:spPr>
          <a:xfrm>
            <a:off x="2190750" y="2190750"/>
            <a:ext cx="12477750" cy="619125"/>
          </a:xfrm>
          <a:prstGeom prst="rect">
            <a:avLst/>
          </a:prstGeom>
          <a:noFill/>
          <a:ln w="0">
            <a:noFill/>
          </a:ln>
        </p:spPr>
        <p:txBody>
          <a:bodyPr lIns="0" tIns="0" rIns="0" bIns="0">
            <a:noAutofit/>
          </a:bodyPr>
          <a:lstStyle>
            <a:defPPr algn="l">
              <a:defRPr sz="2625" b="1">
                <a:solidFill>
                  <a:srgbClr val="102A35"/>
                </a:solidFill>
                <a:latin typeface="Apple SD Gothic Neo"/>
                <a:ea typeface="Apple SD Gothic Neo"/>
                <a:cs typeface="Apple SD Gothic Neo"/>
              </a:defRPr>
            </a:defPPr>
          </a:lstStyle>
          <a:p>
            <a:pPr algn="l">
              <a:lnSpc>
                <a:spcPct val="105000"/>
              </a:lnSpc>
              <a:buNone/>
              <a:defRPr sz="2625" b="1">
                <a:solidFill>
                  <a:srgbClr val="102A35"/>
                </a:solidFill>
                <a:latin typeface="Apple SD Gothic Neo"/>
                <a:ea typeface="Apple SD Gothic Neo"/>
                <a:cs typeface="Apple SD Gothic Neo"/>
              </a:defRPr>
            </a:pPr>
            <a:r>
              <a:rPr sz="2625" b="1">
                <a:solidFill>
                  <a:srgbClr val="102A35"/>
                </a:solidFill>
                <a:latin typeface="Apple SD Gothic Neo"/>
                <a:ea typeface="Apple SD Gothic Neo"/>
                <a:cs typeface="Apple SD Gothic Neo"/>
              </a:rPr>
              <a:t>국토교통부 중앙지하사고조사위원회</a:t>
            </a:r>
          </a:p>
        </p:txBody>
      </p:sp>
      <p:sp>
        <p:nvSpPr>
          <p:cNvPr id="9" name="직사각형 8">
            <a:extLst>
              <a:ext uri="{FF2B5EF4-FFF2-40B4-BE49-F238E27FC236}">
                <a16:creationId xmlns:a16="http://schemas.microsoft.com/office/drawing/2014/main" id="{AE253C70-5C6A-4A6A-A033-387C8B245B40}"/>
              </a:ext>
            </a:extLst>
          </p:cNvPr>
          <p:cNvSpPr>
            <a:spLocks noGrp="1"/>
          </p:cNvSpPr>
          <p:nvPr/>
        </p:nvSpPr>
        <p:spPr>
          <a:xfrm>
            <a:off x="2209800" y="2895600"/>
            <a:ext cx="12382500" cy="428625"/>
          </a:xfrm>
          <a:prstGeom prst="rect">
            <a:avLst/>
          </a:prstGeom>
          <a:noFill/>
          <a:ln w="0">
            <a:noFill/>
          </a:ln>
        </p:spPr>
        <p:txBody>
          <a:bodyPr lIns="0" tIns="0" rIns="0" bIns="0">
            <a:noAutofit/>
          </a:bodyPr>
          <a:lstStyle>
            <a:defPPr algn="l">
              <a:defRPr sz="2025" b="0">
                <a:solidFill>
                  <a:srgbClr val="657779"/>
                </a:solidFill>
                <a:latin typeface="Apple SD Gothic Neo"/>
                <a:ea typeface="Apple SD Gothic Neo"/>
                <a:cs typeface="Apple SD Gothic Neo"/>
              </a:defRPr>
            </a:defPPr>
          </a:lstStyle>
          <a:p>
            <a:pPr algn="l">
              <a:lnSpc>
                <a:spcPct val="105000"/>
              </a:lnSpc>
              <a:buNone/>
              <a:defRPr sz="2025" b="0">
                <a:solidFill>
                  <a:srgbClr val="657779"/>
                </a:solidFill>
                <a:latin typeface="Apple SD Gothic Neo"/>
                <a:ea typeface="Apple SD Gothic Neo"/>
                <a:cs typeface="Apple SD Gothic Neo"/>
              </a:defRPr>
            </a:pPr>
            <a:r>
              <a:rPr sz="2025" b="0">
                <a:solidFill>
                  <a:srgbClr val="657779"/>
                </a:solidFill>
                <a:latin typeface="Apple SD Gothic Neo"/>
                <a:ea typeface="Apple SD Gothic Neo"/>
                <a:cs typeface="Apple SD Gothic Neo"/>
              </a:rPr>
              <a:t>명일동 사고 조사결과 발표 / 정책브리핑, 2025.12.03</a:t>
            </a:r>
          </a:p>
        </p:txBody>
      </p:sp>
      <p:sp>
        <p:nvSpPr>
          <p:cNvPr id="10" name="직사각형 9">
            <a:extLst>
              <a:ext uri="{FF2B5EF4-FFF2-40B4-BE49-F238E27FC236}">
                <a16:creationId xmlns:a16="http://schemas.microsoft.com/office/drawing/2014/main" id="{8ACE00F2-55EB-4708-8ADE-A7D88F175604}"/>
              </a:ext>
            </a:extLst>
          </p:cNvPr>
          <p:cNvSpPr>
            <a:spLocks noGrp="1"/>
          </p:cNvSpPr>
          <p:nvPr/>
        </p:nvSpPr>
        <p:spPr>
          <a:xfrm>
            <a:off x="533400" y="3371850"/>
            <a:ext cx="14173200" cy="14288"/>
          </a:xfrm>
          <a:prstGeom prst="rect">
            <a:avLst/>
          </a:prstGeom>
          <a:solidFill>
            <a:srgbClr val="CCD5D0"/>
          </a:solidFill>
          <a:ln w="0">
            <a:noFill/>
          </a:ln>
        </p:spPr>
        <p:txBody>
          <a:bodyPr/>
          <a:lstStyle/>
          <a:p>
            <a:endParaRPr lang="ko-KR" altLang="en-US"/>
          </a:p>
        </p:txBody>
      </p:sp>
      <p:sp>
        <p:nvSpPr>
          <p:cNvPr id="11" name="직사각형 10">
            <a:extLst>
              <a:ext uri="{FF2B5EF4-FFF2-40B4-BE49-F238E27FC236}">
                <a16:creationId xmlns:a16="http://schemas.microsoft.com/office/drawing/2014/main" id="{D75CEF5C-EB4A-4018-A84F-B91FF467E5AF}"/>
              </a:ext>
            </a:extLst>
          </p:cNvPr>
          <p:cNvSpPr>
            <a:spLocks noGrp="1"/>
          </p:cNvSpPr>
          <p:nvPr/>
        </p:nvSpPr>
        <p:spPr>
          <a:xfrm>
            <a:off x="533400" y="3552825"/>
            <a:ext cx="1143000" cy="619125"/>
          </a:xfrm>
          <a:prstGeom prst="rect">
            <a:avLst/>
          </a:prstGeom>
          <a:noFill/>
          <a:ln w="0">
            <a:noFill/>
          </a:ln>
        </p:spPr>
        <p:txBody>
          <a:bodyPr lIns="0" tIns="0" rIns="0" bIns="0">
            <a:noAutofit/>
          </a:bodyPr>
          <a:lstStyle>
            <a:defPPr algn="l">
              <a:defRPr sz="3450" b="1">
                <a:solidFill>
                  <a:srgbClr val="007D80"/>
                </a:solidFill>
                <a:latin typeface="Apple SD Gothic Neo"/>
                <a:ea typeface="Apple SD Gothic Neo"/>
                <a:cs typeface="Apple SD Gothic Neo"/>
              </a:defRPr>
            </a:defPPr>
          </a:lstStyle>
          <a:p>
            <a:pPr algn="l">
              <a:lnSpc>
                <a:spcPct val="105000"/>
              </a:lnSpc>
              <a:buNone/>
              <a:defRPr sz="3450" b="1">
                <a:solidFill>
                  <a:srgbClr val="007D80"/>
                </a:solidFill>
                <a:latin typeface="Apple SD Gothic Neo"/>
                <a:ea typeface="Apple SD Gothic Neo"/>
                <a:cs typeface="Apple SD Gothic Neo"/>
              </a:defRPr>
            </a:pPr>
            <a:r>
              <a:rPr sz="3450" b="1">
                <a:solidFill>
                  <a:srgbClr val="007D80"/>
                </a:solidFill>
                <a:latin typeface="Apple SD Gothic Neo"/>
                <a:ea typeface="Apple SD Gothic Neo"/>
                <a:cs typeface="Apple SD Gothic Neo"/>
              </a:rPr>
              <a:t>02</a:t>
            </a:r>
          </a:p>
        </p:txBody>
      </p:sp>
      <p:sp>
        <p:nvSpPr>
          <p:cNvPr id="12" name="직사각형 11">
            <a:extLst>
              <a:ext uri="{FF2B5EF4-FFF2-40B4-BE49-F238E27FC236}">
                <a16:creationId xmlns:a16="http://schemas.microsoft.com/office/drawing/2014/main" id="{19634650-A9F8-407C-8597-7FE9676D3812}"/>
              </a:ext>
            </a:extLst>
          </p:cNvPr>
          <p:cNvSpPr>
            <a:spLocks noGrp="1"/>
          </p:cNvSpPr>
          <p:nvPr/>
        </p:nvSpPr>
        <p:spPr>
          <a:xfrm>
            <a:off x="2190750" y="3552825"/>
            <a:ext cx="12477750" cy="619125"/>
          </a:xfrm>
          <a:prstGeom prst="rect">
            <a:avLst/>
          </a:prstGeom>
          <a:noFill/>
          <a:ln w="0">
            <a:noFill/>
          </a:ln>
        </p:spPr>
        <p:txBody>
          <a:bodyPr lIns="0" tIns="0" rIns="0" bIns="0">
            <a:noAutofit/>
          </a:bodyPr>
          <a:lstStyle>
            <a:defPPr algn="l">
              <a:defRPr sz="2625" b="1">
                <a:solidFill>
                  <a:srgbClr val="102A35"/>
                </a:solidFill>
                <a:latin typeface="Apple SD Gothic Neo"/>
                <a:ea typeface="Apple SD Gothic Neo"/>
                <a:cs typeface="Apple SD Gothic Neo"/>
              </a:defRPr>
            </a:defPPr>
          </a:lstStyle>
          <a:p>
            <a:pPr algn="l">
              <a:lnSpc>
                <a:spcPct val="105000"/>
              </a:lnSpc>
              <a:buNone/>
              <a:defRPr sz="2625" b="1">
                <a:solidFill>
                  <a:srgbClr val="102A35"/>
                </a:solidFill>
                <a:latin typeface="Apple SD Gothic Neo"/>
                <a:ea typeface="Apple SD Gothic Neo"/>
                <a:cs typeface="Apple SD Gothic Neo"/>
              </a:defRPr>
            </a:pPr>
            <a:r>
              <a:rPr sz="2625" b="1">
                <a:solidFill>
                  <a:srgbClr val="102A35"/>
                </a:solidFill>
                <a:latin typeface="Apple SD Gothic Neo"/>
                <a:ea typeface="Apple SD Gothic Neo"/>
                <a:cs typeface="Apple SD Gothic Neo"/>
              </a:rPr>
              <a:t>서울시 공식 발표</a:t>
            </a:r>
          </a:p>
        </p:txBody>
      </p:sp>
      <p:sp>
        <p:nvSpPr>
          <p:cNvPr id="13" name="직사각형 12">
            <a:extLst>
              <a:ext uri="{FF2B5EF4-FFF2-40B4-BE49-F238E27FC236}">
                <a16:creationId xmlns:a16="http://schemas.microsoft.com/office/drawing/2014/main" id="{1D1292F0-CBA9-415A-8EBF-A5CBE606DAF3}"/>
              </a:ext>
            </a:extLst>
          </p:cNvPr>
          <p:cNvSpPr>
            <a:spLocks noGrp="1"/>
          </p:cNvSpPr>
          <p:nvPr/>
        </p:nvSpPr>
        <p:spPr>
          <a:xfrm>
            <a:off x="2209800" y="4257675"/>
            <a:ext cx="12382500" cy="428625"/>
          </a:xfrm>
          <a:prstGeom prst="rect">
            <a:avLst/>
          </a:prstGeom>
          <a:noFill/>
          <a:ln w="0">
            <a:noFill/>
          </a:ln>
        </p:spPr>
        <p:txBody>
          <a:bodyPr lIns="0" tIns="0" rIns="0" bIns="0">
            <a:noAutofit/>
          </a:bodyPr>
          <a:lstStyle>
            <a:defPPr algn="l">
              <a:defRPr sz="2025" b="0">
                <a:solidFill>
                  <a:srgbClr val="657779"/>
                </a:solidFill>
                <a:latin typeface="Apple SD Gothic Neo"/>
                <a:ea typeface="Apple SD Gothic Neo"/>
                <a:cs typeface="Apple SD Gothic Neo"/>
              </a:defRPr>
            </a:defPPr>
          </a:lstStyle>
          <a:p>
            <a:pPr algn="l">
              <a:lnSpc>
                <a:spcPct val="105000"/>
              </a:lnSpc>
              <a:buNone/>
              <a:defRPr sz="2025" b="0">
                <a:solidFill>
                  <a:srgbClr val="657779"/>
                </a:solidFill>
                <a:latin typeface="Apple SD Gothic Neo"/>
                <a:ea typeface="Apple SD Gothic Neo"/>
                <a:cs typeface="Apple SD Gothic Neo"/>
              </a:defRPr>
            </a:pPr>
            <a:r>
              <a:rPr sz="2025" b="0">
                <a:solidFill>
                  <a:srgbClr val="657779"/>
                </a:solidFill>
                <a:latin typeface="Apple SD Gothic Neo"/>
                <a:ea typeface="Apple SD Gothic Neo"/>
                <a:cs typeface="Apple SD Gothic Neo"/>
              </a:rPr>
              <a:t>차량형 GPR 공동 탐사와 위치·조치 현황 공개</a:t>
            </a:r>
          </a:p>
        </p:txBody>
      </p:sp>
      <p:sp>
        <p:nvSpPr>
          <p:cNvPr id="14" name="직사각형 13">
            <a:extLst>
              <a:ext uri="{FF2B5EF4-FFF2-40B4-BE49-F238E27FC236}">
                <a16:creationId xmlns:a16="http://schemas.microsoft.com/office/drawing/2014/main" id="{D61049FD-7CFD-429E-B79C-A8B116640D19}"/>
              </a:ext>
            </a:extLst>
          </p:cNvPr>
          <p:cNvSpPr>
            <a:spLocks noGrp="1"/>
          </p:cNvSpPr>
          <p:nvPr/>
        </p:nvSpPr>
        <p:spPr>
          <a:xfrm>
            <a:off x="533400" y="4733925"/>
            <a:ext cx="14173200" cy="14288"/>
          </a:xfrm>
          <a:prstGeom prst="rect">
            <a:avLst/>
          </a:prstGeom>
          <a:solidFill>
            <a:srgbClr val="CCD5D0"/>
          </a:solidFill>
          <a:ln w="0">
            <a:noFill/>
          </a:ln>
        </p:spPr>
        <p:txBody>
          <a:bodyPr/>
          <a:lstStyle/>
          <a:p>
            <a:endParaRPr lang="ko-KR" altLang="en-US"/>
          </a:p>
        </p:txBody>
      </p:sp>
      <p:sp>
        <p:nvSpPr>
          <p:cNvPr id="15" name="직사각형 14">
            <a:extLst>
              <a:ext uri="{FF2B5EF4-FFF2-40B4-BE49-F238E27FC236}">
                <a16:creationId xmlns:a16="http://schemas.microsoft.com/office/drawing/2014/main" id="{CA247CBE-1554-46B3-A075-C888D9D9CD8C}"/>
              </a:ext>
            </a:extLst>
          </p:cNvPr>
          <p:cNvSpPr>
            <a:spLocks noGrp="1"/>
          </p:cNvSpPr>
          <p:nvPr/>
        </p:nvSpPr>
        <p:spPr>
          <a:xfrm>
            <a:off x="533400" y="4914900"/>
            <a:ext cx="1143000" cy="619125"/>
          </a:xfrm>
          <a:prstGeom prst="rect">
            <a:avLst/>
          </a:prstGeom>
          <a:noFill/>
          <a:ln w="0">
            <a:noFill/>
          </a:ln>
        </p:spPr>
        <p:txBody>
          <a:bodyPr lIns="0" tIns="0" rIns="0" bIns="0">
            <a:noAutofit/>
          </a:bodyPr>
          <a:lstStyle>
            <a:defPPr algn="l">
              <a:defRPr sz="3450" b="1">
                <a:solidFill>
                  <a:srgbClr val="007D80"/>
                </a:solidFill>
                <a:latin typeface="Apple SD Gothic Neo"/>
                <a:ea typeface="Apple SD Gothic Neo"/>
                <a:cs typeface="Apple SD Gothic Neo"/>
              </a:defRPr>
            </a:defPPr>
          </a:lstStyle>
          <a:p>
            <a:pPr algn="l">
              <a:lnSpc>
                <a:spcPct val="105000"/>
              </a:lnSpc>
              <a:buNone/>
              <a:defRPr sz="3450" b="1">
                <a:solidFill>
                  <a:srgbClr val="007D80"/>
                </a:solidFill>
                <a:latin typeface="Apple SD Gothic Neo"/>
                <a:ea typeface="Apple SD Gothic Neo"/>
                <a:cs typeface="Apple SD Gothic Neo"/>
              </a:defRPr>
            </a:pPr>
            <a:r>
              <a:rPr sz="3450" b="1">
                <a:solidFill>
                  <a:srgbClr val="007D80"/>
                </a:solidFill>
                <a:latin typeface="Apple SD Gothic Neo"/>
                <a:ea typeface="Apple SD Gothic Neo"/>
                <a:cs typeface="Apple SD Gothic Neo"/>
              </a:rPr>
              <a:t>03</a:t>
            </a:r>
          </a:p>
        </p:txBody>
      </p:sp>
      <p:sp>
        <p:nvSpPr>
          <p:cNvPr id="16" name="직사각형 15">
            <a:extLst>
              <a:ext uri="{FF2B5EF4-FFF2-40B4-BE49-F238E27FC236}">
                <a16:creationId xmlns:a16="http://schemas.microsoft.com/office/drawing/2014/main" id="{3BDBA62E-D02B-4093-8B40-14AD24BEC79F}"/>
              </a:ext>
            </a:extLst>
          </p:cNvPr>
          <p:cNvSpPr>
            <a:spLocks noGrp="1"/>
          </p:cNvSpPr>
          <p:nvPr/>
        </p:nvSpPr>
        <p:spPr>
          <a:xfrm>
            <a:off x="2190750" y="4914900"/>
            <a:ext cx="12477750" cy="619125"/>
          </a:xfrm>
          <a:prstGeom prst="rect">
            <a:avLst/>
          </a:prstGeom>
          <a:noFill/>
          <a:ln w="0">
            <a:noFill/>
          </a:ln>
        </p:spPr>
        <p:txBody>
          <a:bodyPr lIns="0" tIns="0" rIns="0" bIns="0">
            <a:noAutofit/>
          </a:bodyPr>
          <a:lstStyle>
            <a:defPPr algn="l">
              <a:defRPr sz="2625" b="1">
                <a:solidFill>
                  <a:srgbClr val="102A35"/>
                </a:solidFill>
                <a:latin typeface="Apple SD Gothic Neo"/>
                <a:ea typeface="Apple SD Gothic Neo"/>
                <a:cs typeface="Apple SD Gothic Neo"/>
              </a:defRPr>
            </a:defPPr>
          </a:lstStyle>
          <a:p>
            <a:pPr algn="l">
              <a:lnSpc>
                <a:spcPct val="105000"/>
              </a:lnSpc>
              <a:buNone/>
              <a:defRPr sz="2625" b="1">
                <a:solidFill>
                  <a:srgbClr val="102A35"/>
                </a:solidFill>
                <a:latin typeface="Apple SD Gothic Neo"/>
                <a:ea typeface="Apple SD Gothic Neo"/>
                <a:cs typeface="Apple SD Gothic Neo"/>
              </a:defRPr>
            </a:pPr>
            <a:r>
              <a:rPr sz="2625" b="1">
                <a:solidFill>
                  <a:srgbClr val="102A35"/>
                </a:solidFill>
                <a:latin typeface="Apple SD Gothic Neo"/>
                <a:ea typeface="Apple SD Gothic Neo"/>
                <a:cs typeface="Apple SD Gothic Neo"/>
              </a:rPr>
              <a:t>기아 PV5 카고 공식 자료</a:t>
            </a:r>
          </a:p>
        </p:txBody>
      </p:sp>
      <p:sp>
        <p:nvSpPr>
          <p:cNvPr id="17" name="직사각형 16">
            <a:extLst>
              <a:ext uri="{FF2B5EF4-FFF2-40B4-BE49-F238E27FC236}">
                <a16:creationId xmlns:a16="http://schemas.microsoft.com/office/drawing/2014/main" id="{BC6137AE-728C-4C90-9697-43DE4E80984D}"/>
              </a:ext>
            </a:extLst>
          </p:cNvPr>
          <p:cNvSpPr>
            <a:spLocks noGrp="1"/>
          </p:cNvSpPr>
          <p:nvPr/>
        </p:nvSpPr>
        <p:spPr>
          <a:xfrm>
            <a:off x="2209800" y="5619750"/>
            <a:ext cx="12382500" cy="428625"/>
          </a:xfrm>
          <a:prstGeom prst="rect">
            <a:avLst/>
          </a:prstGeom>
          <a:noFill/>
          <a:ln w="0">
            <a:noFill/>
          </a:ln>
        </p:spPr>
        <p:txBody>
          <a:bodyPr lIns="0" tIns="0" rIns="0" bIns="0">
            <a:noAutofit/>
          </a:bodyPr>
          <a:lstStyle>
            <a:defPPr algn="l">
              <a:defRPr sz="2025" b="0">
                <a:solidFill>
                  <a:srgbClr val="657779"/>
                </a:solidFill>
                <a:latin typeface="Apple SD Gothic Neo"/>
                <a:ea typeface="Apple SD Gothic Neo"/>
                <a:cs typeface="Apple SD Gothic Neo"/>
              </a:defRPr>
            </a:defPPr>
          </a:lstStyle>
          <a:p>
            <a:pPr algn="l">
              <a:lnSpc>
                <a:spcPct val="105000"/>
              </a:lnSpc>
              <a:buNone/>
              <a:defRPr sz="2025" b="0">
                <a:solidFill>
                  <a:srgbClr val="657779"/>
                </a:solidFill>
                <a:latin typeface="Apple SD Gothic Neo"/>
                <a:ea typeface="Apple SD Gothic Neo"/>
                <a:cs typeface="Apple SD Gothic Neo"/>
              </a:defRPr>
            </a:pPr>
            <a:r>
              <a:rPr sz="2025" b="0">
                <a:solidFill>
                  <a:srgbClr val="657779"/>
                </a:solidFill>
                <a:latin typeface="Apple SD Gothic Neo"/>
                <a:ea typeface="Apple SD Gothic Neo"/>
                <a:cs typeface="Apple SD Gothic Neo"/>
              </a:rPr>
              <a:t>카고룸 220V V2L·12.9인치 디스플레이·AAOS</a:t>
            </a:r>
          </a:p>
        </p:txBody>
      </p:sp>
      <p:sp>
        <p:nvSpPr>
          <p:cNvPr id="18" name="직사각형 17">
            <a:extLst>
              <a:ext uri="{FF2B5EF4-FFF2-40B4-BE49-F238E27FC236}">
                <a16:creationId xmlns:a16="http://schemas.microsoft.com/office/drawing/2014/main" id="{63F30A6F-3695-4A73-90D7-043F463221B0}"/>
              </a:ext>
            </a:extLst>
          </p:cNvPr>
          <p:cNvSpPr>
            <a:spLocks noGrp="1"/>
          </p:cNvSpPr>
          <p:nvPr/>
        </p:nvSpPr>
        <p:spPr>
          <a:xfrm>
            <a:off x="533400" y="6096000"/>
            <a:ext cx="14173200" cy="14288"/>
          </a:xfrm>
          <a:prstGeom prst="rect">
            <a:avLst/>
          </a:prstGeom>
          <a:solidFill>
            <a:srgbClr val="CCD5D0"/>
          </a:solidFill>
          <a:ln w="0">
            <a:noFill/>
          </a:ln>
        </p:spPr>
        <p:txBody>
          <a:bodyPr/>
          <a:lstStyle/>
          <a:p>
            <a:endParaRPr lang="ko-KR" altLang="en-US"/>
          </a:p>
        </p:txBody>
      </p:sp>
      <p:sp>
        <p:nvSpPr>
          <p:cNvPr id="19" name="직사각형 18">
            <a:extLst>
              <a:ext uri="{FF2B5EF4-FFF2-40B4-BE49-F238E27FC236}">
                <a16:creationId xmlns:a16="http://schemas.microsoft.com/office/drawing/2014/main" id="{4FA6D12C-D8E1-46A5-AC0D-C66D4D6D11CE}"/>
              </a:ext>
            </a:extLst>
          </p:cNvPr>
          <p:cNvSpPr>
            <a:spLocks noGrp="1"/>
          </p:cNvSpPr>
          <p:nvPr/>
        </p:nvSpPr>
        <p:spPr>
          <a:xfrm>
            <a:off x="533400" y="6276975"/>
            <a:ext cx="1143000" cy="619125"/>
          </a:xfrm>
          <a:prstGeom prst="rect">
            <a:avLst/>
          </a:prstGeom>
          <a:noFill/>
          <a:ln w="0">
            <a:noFill/>
          </a:ln>
        </p:spPr>
        <p:txBody>
          <a:bodyPr lIns="0" tIns="0" rIns="0" bIns="0">
            <a:noAutofit/>
          </a:bodyPr>
          <a:lstStyle>
            <a:defPPr algn="l">
              <a:defRPr sz="3450" b="1">
                <a:solidFill>
                  <a:srgbClr val="007D80"/>
                </a:solidFill>
                <a:latin typeface="Apple SD Gothic Neo"/>
                <a:ea typeface="Apple SD Gothic Neo"/>
                <a:cs typeface="Apple SD Gothic Neo"/>
              </a:defRPr>
            </a:defPPr>
          </a:lstStyle>
          <a:p>
            <a:pPr algn="l">
              <a:lnSpc>
                <a:spcPct val="105000"/>
              </a:lnSpc>
              <a:buNone/>
              <a:defRPr sz="3450" b="1">
                <a:solidFill>
                  <a:srgbClr val="007D80"/>
                </a:solidFill>
                <a:latin typeface="Apple SD Gothic Neo"/>
                <a:ea typeface="Apple SD Gothic Neo"/>
                <a:cs typeface="Apple SD Gothic Neo"/>
              </a:defRPr>
            </a:pPr>
            <a:r>
              <a:rPr sz="3450" b="1">
                <a:solidFill>
                  <a:srgbClr val="007D80"/>
                </a:solidFill>
                <a:latin typeface="Apple SD Gothic Neo"/>
                <a:ea typeface="Apple SD Gothic Neo"/>
                <a:cs typeface="Apple SD Gothic Neo"/>
              </a:rPr>
              <a:t>04</a:t>
            </a:r>
          </a:p>
        </p:txBody>
      </p:sp>
      <p:sp>
        <p:nvSpPr>
          <p:cNvPr id="20" name="직사각형 19">
            <a:extLst>
              <a:ext uri="{FF2B5EF4-FFF2-40B4-BE49-F238E27FC236}">
                <a16:creationId xmlns:a16="http://schemas.microsoft.com/office/drawing/2014/main" id="{E4045CD8-26C9-48A5-8AB2-EE6A934FB851}"/>
              </a:ext>
            </a:extLst>
          </p:cNvPr>
          <p:cNvSpPr>
            <a:spLocks noGrp="1"/>
          </p:cNvSpPr>
          <p:nvPr/>
        </p:nvSpPr>
        <p:spPr>
          <a:xfrm>
            <a:off x="2190750" y="6276975"/>
            <a:ext cx="12477750" cy="619125"/>
          </a:xfrm>
          <a:prstGeom prst="rect">
            <a:avLst/>
          </a:prstGeom>
          <a:noFill/>
          <a:ln w="0">
            <a:noFill/>
          </a:ln>
        </p:spPr>
        <p:txBody>
          <a:bodyPr lIns="0" tIns="0" rIns="0" bIns="0">
            <a:noAutofit/>
          </a:bodyPr>
          <a:lstStyle>
            <a:defPPr algn="l">
              <a:defRPr sz="2625" b="1">
                <a:solidFill>
                  <a:srgbClr val="102A35"/>
                </a:solidFill>
                <a:latin typeface="Apple SD Gothic Neo"/>
                <a:ea typeface="Apple SD Gothic Neo"/>
                <a:cs typeface="Apple SD Gothic Neo"/>
              </a:defRPr>
            </a:defPPr>
          </a:lstStyle>
          <a:p>
            <a:pPr algn="l">
              <a:lnSpc>
                <a:spcPct val="105000"/>
              </a:lnSpc>
              <a:buNone/>
              <a:defRPr sz="2625" b="1">
                <a:solidFill>
                  <a:srgbClr val="102A35"/>
                </a:solidFill>
                <a:latin typeface="Apple SD Gothic Neo"/>
                <a:ea typeface="Apple SD Gothic Neo"/>
                <a:cs typeface="Apple SD Gothic Neo"/>
              </a:defRPr>
            </a:pPr>
            <a:r>
              <a:rPr sz="2625" b="1">
                <a:solidFill>
                  <a:srgbClr val="102A35"/>
                </a:solidFill>
                <a:latin typeface="Apple SD Gothic Neo"/>
                <a:ea typeface="Apple SD Gothic Neo"/>
                <a:cs typeface="Apple SD Gothic Neo"/>
              </a:rPr>
              <a:t>GSSI 및 Android 공식 기술 자료</a:t>
            </a:r>
          </a:p>
        </p:txBody>
      </p:sp>
      <p:sp>
        <p:nvSpPr>
          <p:cNvPr id="21" name="직사각형 20">
            <a:extLst>
              <a:ext uri="{FF2B5EF4-FFF2-40B4-BE49-F238E27FC236}">
                <a16:creationId xmlns:a16="http://schemas.microsoft.com/office/drawing/2014/main" id="{010D663C-B39D-4ABC-835F-3743D3C7649A}"/>
              </a:ext>
            </a:extLst>
          </p:cNvPr>
          <p:cNvSpPr>
            <a:spLocks noGrp="1"/>
          </p:cNvSpPr>
          <p:nvPr/>
        </p:nvSpPr>
        <p:spPr>
          <a:xfrm>
            <a:off x="2209800" y="6981825"/>
            <a:ext cx="12382500" cy="428625"/>
          </a:xfrm>
          <a:prstGeom prst="rect">
            <a:avLst/>
          </a:prstGeom>
          <a:noFill/>
          <a:ln w="0">
            <a:noFill/>
          </a:ln>
        </p:spPr>
        <p:txBody>
          <a:bodyPr lIns="0" tIns="0" rIns="0" bIns="0">
            <a:noAutofit/>
          </a:bodyPr>
          <a:lstStyle>
            <a:defPPr algn="l">
              <a:defRPr sz="2025" b="0">
                <a:solidFill>
                  <a:srgbClr val="657779"/>
                </a:solidFill>
                <a:latin typeface="Apple SD Gothic Neo"/>
                <a:ea typeface="Apple SD Gothic Neo"/>
                <a:cs typeface="Apple SD Gothic Neo"/>
              </a:defRPr>
            </a:defPPr>
          </a:lstStyle>
          <a:p>
            <a:pPr algn="l">
              <a:lnSpc>
                <a:spcPct val="105000"/>
              </a:lnSpc>
              <a:buNone/>
              <a:defRPr sz="2025" b="0">
                <a:solidFill>
                  <a:srgbClr val="657779"/>
                </a:solidFill>
                <a:latin typeface="Apple SD Gothic Neo"/>
                <a:ea typeface="Apple SD Gothic Neo"/>
                <a:cs typeface="Apple SD Gothic Neo"/>
              </a:defRPr>
            </a:pPr>
            <a:r>
              <a:rPr sz="2025" b="0">
                <a:solidFill>
                  <a:srgbClr val="657779"/>
                </a:solidFill>
                <a:latin typeface="Apple SD Gothic Neo"/>
                <a:ea typeface="Apple SD Gothic Neo"/>
                <a:cs typeface="Apple SD Gothic Neo"/>
              </a:rPr>
              <a:t>GPR 적용 조건·한계 / 차량 내 UX 제한</a:t>
            </a:r>
          </a:p>
        </p:txBody>
      </p:sp>
      <p:sp>
        <p:nvSpPr>
          <p:cNvPr id="22" name="직사각형 21">
            <a:extLst>
              <a:ext uri="{FF2B5EF4-FFF2-40B4-BE49-F238E27FC236}">
                <a16:creationId xmlns:a16="http://schemas.microsoft.com/office/drawing/2014/main" id="{BDA1986E-F7C4-45AC-B82C-48812872D2C7}"/>
              </a:ext>
            </a:extLst>
          </p:cNvPr>
          <p:cNvSpPr>
            <a:spLocks noGrp="1"/>
          </p:cNvSpPr>
          <p:nvPr/>
        </p:nvSpPr>
        <p:spPr>
          <a:xfrm>
            <a:off x="533400" y="7734300"/>
            <a:ext cx="14001750" cy="381000"/>
          </a:xfrm>
          <a:prstGeom prst="rect">
            <a:avLst/>
          </a:prstGeom>
          <a:noFill/>
          <a:ln w="0">
            <a:noFill/>
          </a:ln>
        </p:spPr>
        <p:txBody>
          <a:bodyPr lIns="0" tIns="0" rIns="0" bIns="0">
            <a:noAutofit/>
          </a:bodyPr>
          <a:lstStyle>
            <a:defPPr algn="l">
              <a:defRPr sz="1650" b="0">
                <a:solidFill>
                  <a:srgbClr val="DF7447"/>
                </a:solidFill>
                <a:latin typeface="Apple SD Gothic Neo"/>
                <a:ea typeface="Apple SD Gothic Neo"/>
                <a:cs typeface="Apple SD Gothic Neo"/>
              </a:defRPr>
            </a:defPPr>
          </a:lstStyle>
          <a:p>
            <a:pPr algn="l">
              <a:lnSpc>
                <a:spcPct val="105000"/>
              </a:lnSpc>
              <a:buNone/>
              <a:defRPr sz="1650" b="0">
                <a:solidFill>
                  <a:srgbClr val="DF7447"/>
                </a:solidFill>
                <a:latin typeface="Apple SD Gothic Neo"/>
                <a:ea typeface="Apple SD Gothic Neo"/>
                <a:cs typeface="Apple SD Gothic Neo"/>
              </a:defRPr>
            </a:pPr>
            <a:r>
              <a:rPr sz="1650" b="0">
                <a:solidFill>
                  <a:srgbClr val="DF7447"/>
                </a:solidFill>
                <a:latin typeface="Apple SD Gothic Neo"/>
                <a:ea typeface="Apple SD Gothic Neo"/>
                <a:cs typeface="Apple SD Gothic Neo"/>
              </a:rPr>
              <a:t>각 슬라이드 발표자 노트에 원문 링크·판단 범위·실증 항목을 수록</a:t>
            </a:r>
          </a:p>
        </p:txBody>
      </p:sp>
    </p:spTree>
    <p:extLst>
      <p:ext uri="{BB962C8B-B14F-4D97-AF65-F5344CB8AC3E}">
        <p14:creationId xmlns:p14="http://schemas.microsoft.com/office/powerpoint/2010/main" val="11576653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3656</Words>
  <Application>Microsoft Macintosh PowerPoint</Application>
  <DocSecurity>0</DocSecurity>
  <PresentationFormat>사용자 지정</PresentationFormat>
  <Paragraphs>524</Paragraphs>
  <Slides>28</Slides>
  <Notes>28</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28</vt:i4>
      </vt:variant>
    </vt:vector>
  </HeadingPairs>
  <TitlesOfParts>
    <vt:vector size="30" baseType="lpstr">
      <vt:lpstr>Apple SD Gothic Neo</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장준혁</cp:lastModifiedBy>
  <cp:revision>1</cp:revision>
  <dcterms:created xsi:type="dcterms:W3CDTF">2026-10-10T14:05:43Z</dcterms:created>
  <dcterms:modified xsi:type="dcterms:W3CDTF">2026-10-10T14:11:17Z</dcterms:modified>
</cp:coreProperties>
</file>