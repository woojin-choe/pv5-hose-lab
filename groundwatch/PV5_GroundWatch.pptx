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5de488c2-f454-6490-578f-ae920ec4d35d}">
          <p14:sldIdLst>
            <p14:sldId id="256"/>
            <p14:sldId id="257"/>
            <p14:sldId id="258"/>
            <p14:sldId id="259"/>
            <p14:sldId id="260"/>
          </p14:sldIdLst>
        </p14:section>
        <p14:section name="운영 모델" id="{55885fd3-38f4-5a44-03e3-7adac75f6940}">
          <p14:sldIdLst>
            <p14:sldId id="261"/>
            <p14:sldId id="262"/>
            <p14:sldId id="263"/>
            <p14:sldId id="264"/>
            <p14:sldId id="265"/>
            <p14:sldId id="266"/>
            <p14:sldId id="267"/>
            <p14:sldId id="268"/>
            <p14:sldId id="269"/>
            <p14:sldId id="270"/>
            <p14:sldId id="271"/>
            <p14:sldId id="272"/>
          </p14:sldIdLst>
        </p14:section>
        <p14:section name="확장" id="{b7c20516-bdb9-8c4b-1418-5390ca9e04fe}">
          <p14:sldIdLst>
            <p14:sldId id="273"/>
            <p14:sldId id="274"/>
            <p14:sldId id="275"/>
            <p14:sldId id="276"/>
            <p14:sldId id="277"/>
            <p14:sldId id="278"/>
          </p14:sldIdLst>
        </p14:section>
        <p14:section name="부록" id="{af346421-9689-e236-b48b-255eb040a323}">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_n" descr="/Users/seohogyun/Documents/git_workspace/pv5-hose-lab/groundwatch/images/f_front_n.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f_front" descr="/Users/seohogyun/Documents/git_workspace/pv5-hose-lab/groundwatch/images/f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int" descr="/Users/seohogyun/Documents/git_workspace/pv5-hose-lab/groundwatch/images/f_int.jpg">    </p:cNvPr>
          <p:cNvPicPr>
            <a:picLocks noChangeAspect="1"/>
          </p:cNvPicPr>
          <p:nvPr/>
        </p:nvPicPr>
        <p:blipFill>
          <a:blip r:embed="rId1"/>
          <a:stretch>
            <a:fillRect/>
          </a:stretch>
        </p:blipFill>
        <p:spPr>
          <a:xfrm>
            <a:off x="6766560" y="1903181"/>
            <a:ext cx="5425135" cy="3051639"/>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f_rear_n" descr="/Users/seohogyun/Documents/git_workspace/pv5-hose-lab/groundwatch/images/f_rear_n.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장착 예상도(루프 랙·경광등·GNSS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f_int" descr="/Users/seohogyun/Documents/git_workspace/pv5-hose-lab/groundwatch/images/f_int.jpg">    </p:cNvPr>
          <p:cNvPicPr>
            <a:picLocks noChangeAspect="1"/>
          </p:cNvPicPr>
          <p:nvPr/>
        </p:nvPicPr>
        <p:blipFill>
          <a:blip r:embed="rId1"/>
          <a:stretch>
            <a:fillRect/>
          </a:stretch>
        </p:blipFill>
        <p:spPr>
          <a:xfrm>
            <a:off x="548640" y="1463040"/>
            <a:ext cx="4937760" cy="2779776"/>
          </a:xfrm>
          <a:prstGeom prst="rect">
            <a:avLst/>
          </a:prstGeom>
        </p:spPr>
      </p:pic>
      <p:sp>
        <p:nvSpPr>
          <p:cNvPr id="6" name="caption"/>
          <p:cNvSpPr txBox="1"/>
          <p:nvPr/>
        </p:nvSpPr>
        <p:spPr>
          <a:xfrm>
            <a:off x="548640" y="4279392"/>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카고룸 탑재 예상도(뒷문 개방)</a:t>
            </a:r>
            <a:endParaRPr lang="en-US" sz="950" dirty="0"/>
          </a:p>
        </p:txBody>
      </p:sp>
      <p:pic>
        <p:nvPicPr>
          <p:cNvPr id="7" name="f_gpr" descr="/Users/seohogyun/Documents/git_workspace/pv5-hose-lab/groundwatch/images/f_gpr.jpg">    </p:cNvPr>
          <p:cNvPicPr>
            <a:picLocks noChangeAspect="1"/>
          </p:cNvPicPr>
          <p:nvPr/>
        </p:nvPicPr>
        <p:blipFill>
          <a:blip r:embed="rId2"/>
          <a:stretch>
            <a:fillRect/>
          </a:stretch>
        </p:blipFill>
        <p:spPr>
          <a:xfrm>
            <a:off x="5623560" y="1463040"/>
            <a:ext cx="1874520" cy="2779776"/>
          </a:xfrm>
          <a:prstGeom prst="rect">
            <a:avLst/>
          </a:prstGeom>
        </p:spPr>
      </p:pic>
      <p:sp>
        <p:nvSpPr>
          <p:cNvPr id="8" name="caption"/>
          <p:cNvSpPr txBox="1"/>
          <p:nvPr/>
        </p:nvSpPr>
        <p:spPr>
          <a:xfrm>
            <a:off x="5623560" y="4279392"/>
            <a:ext cx="2743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후방 하부 다채널 GPR</a:t>
            </a:r>
            <a:endParaRPr lang="en-US" sz="950" dirty="0"/>
          </a:p>
        </p:txBody>
      </p:sp>
      <p:sp>
        <p:nvSpPr>
          <p:cNvPr id="9" name="pin"/>
          <p:cNvSpPr txBox="1"/>
          <p:nvPr/>
        </p:nvSpPr>
        <p:spPr>
          <a:xfrm>
            <a:off x="2484608" y="2224552"/>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0" name="pin"/>
          <p:cNvSpPr txBox="1"/>
          <p:nvPr/>
        </p:nvSpPr>
        <p:spPr>
          <a:xfrm>
            <a:off x="3087014" y="2502530"/>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1" name="pin"/>
          <p:cNvSpPr txBox="1"/>
          <p:nvPr/>
        </p:nvSpPr>
        <p:spPr>
          <a:xfrm>
            <a:off x="2706807" y="3114081"/>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2" name="pin"/>
          <p:cNvSpPr txBox="1"/>
          <p:nvPr/>
        </p:nvSpPr>
        <p:spPr>
          <a:xfrm>
            <a:off x="1901952" y="208556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3" name="pin"/>
          <p:cNvSpPr txBox="1"/>
          <p:nvPr/>
        </p:nvSpPr>
        <p:spPr>
          <a:xfrm>
            <a:off x="3630168" y="305848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4" name="pin"/>
          <p:cNvSpPr txBox="1"/>
          <p:nvPr/>
        </p:nvSpPr>
        <p:spPr>
          <a:xfrm>
            <a:off x="2864815" y="1640799"/>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5" name="pin"/>
          <p:cNvSpPr txBox="1"/>
          <p:nvPr/>
        </p:nvSpPr>
        <p:spPr>
          <a:xfrm>
            <a:off x="6432804" y="305848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6" name="Text 12"/>
          <p:cNvSpPr txBox="1"/>
          <p:nvPr/>
        </p:nvSpPr>
        <p:spPr>
          <a:xfrm>
            <a:off x="54864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1 </a:t>
            </a:r>
            <a:pPr indent="0" marL="0">
              <a:buNone/>
            </a:pPr>
            <a:r>
              <a:rPr lang="en-US" sz="1000" dirty="0">
                <a:solidFill>
                  <a:srgbClr val="101828"/>
                </a:solidFill>
              </a:rPr>
              <a:t>Edge Gateway·엣지 AI 랙</a:t>
            </a:r>
            <a:endParaRPr lang="en-US" sz="1000" dirty="0"/>
          </a:p>
        </p:txBody>
      </p:sp>
      <p:sp>
        <p:nvSpPr>
          <p:cNvPr id="17" name="Text 13"/>
          <p:cNvSpPr txBox="1"/>
          <p:nvPr/>
        </p:nvSpPr>
        <p:spPr>
          <a:xfrm>
            <a:off x="228600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2 </a:t>
            </a:r>
            <a:pPr indent="0" marL="0">
              <a:buNone/>
            </a:pPr>
            <a:r>
              <a:rPr lang="en-US" sz="1000" dirty="0">
                <a:solidFill>
                  <a:srgbClr val="101828"/>
                </a:solidFill>
              </a:rPr>
              <a:t>작업대·모니터</a:t>
            </a:r>
            <a:endParaRPr lang="en-US" sz="1000" dirty="0"/>
          </a:p>
        </p:txBody>
      </p:sp>
      <p:sp>
        <p:nvSpPr>
          <p:cNvPr id="18" name="Text 14"/>
          <p:cNvSpPr txBox="1"/>
          <p:nvPr/>
        </p:nvSpPr>
        <p:spPr>
          <a:xfrm>
            <a:off x="402336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3 </a:t>
            </a:r>
            <a:pPr indent="0" marL="0">
              <a:buNone/>
            </a:pPr>
            <a:r>
              <a:rPr lang="en-US" sz="1000" dirty="0">
                <a:solidFill>
                  <a:srgbClr val="101828"/>
                </a:solidFill>
              </a:rPr>
              <a:t>수동 GPR 카트(고정)</a:t>
            </a:r>
            <a:endParaRPr lang="en-US" sz="1000" dirty="0"/>
          </a:p>
        </p:txBody>
      </p:sp>
      <p:sp>
        <p:nvSpPr>
          <p:cNvPr id="19" name="Text 15"/>
          <p:cNvSpPr txBox="1"/>
          <p:nvPr/>
        </p:nvSpPr>
        <p:spPr>
          <a:xfrm>
            <a:off x="576072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4 </a:t>
            </a:r>
            <a:pPr indent="0" marL="0">
              <a:buNone/>
            </a:pPr>
            <a:r>
              <a:rPr lang="en-US" sz="1000" dirty="0">
                <a:solidFill>
                  <a:srgbClr val="101828"/>
                </a:solidFill>
              </a:rPr>
              <a:t>장비 수납장</a:t>
            </a:r>
            <a:endParaRPr lang="en-US" sz="1000" dirty="0"/>
          </a:p>
        </p:txBody>
      </p:sp>
      <p:sp>
        <p:nvSpPr>
          <p:cNvPr id="20" name="Text 16"/>
          <p:cNvSpPr txBox="1"/>
          <p:nvPr/>
        </p:nvSpPr>
        <p:spPr>
          <a:xfrm>
            <a:off x="54864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5 </a:t>
            </a:r>
            <a:pPr indent="0" marL="0">
              <a:buNone/>
            </a:pPr>
            <a:r>
              <a:rPr lang="en-US" sz="1000" dirty="0">
                <a:solidFill>
                  <a:srgbClr val="101828"/>
                </a:solidFill>
              </a:rPr>
              <a:t>라바콘·안전장비</a:t>
            </a:r>
            <a:endParaRPr lang="en-US" sz="1000" dirty="0"/>
          </a:p>
        </p:txBody>
      </p:sp>
      <p:sp>
        <p:nvSpPr>
          <p:cNvPr id="21" name="Text 17"/>
          <p:cNvSpPr txBox="1"/>
          <p:nvPr/>
        </p:nvSpPr>
        <p:spPr>
          <a:xfrm>
            <a:off x="228600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6 </a:t>
            </a:r>
            <a:pPr indent="0" marL="0">
              <a:buNone/>
            </a:pPr>
            <a:r>
              <a:rPr lang="en-US" sz="1000" dirty="0">
                <a:solidFill>
                  <a:srgbClr val="101828"/>
                </a:solidFill>
              </a:rPr>
              <a:t>작업 조명</a:t>
            </a:r>
            <a:endParaRPr lang="en-US" sz="1000" dirty="0"/>
          </a:p>
        </p:txBody>
      </p:sp>
      <p:sp>
        <p:nvSpPr>
          <p:cNvPr id="22" name="Text 18"/>
          <p:cNvSpPr txBox="1"/>
          <p:nvPr/>
        </p:nvSpPr>
        <p:spPr>
          <a:xfrm>
            <a:off x="402336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7 </a:t>
            </a:r>
            <a:pPr indent="0" marL="0">
              <a:buNone/>
            </a:pPr>
            <a:r>
              <a:rPr lang="en-US" sz="1000" dirty="0">
                <a:solidFill>
                  <a:srgbClr val="101828"/>
                </a:solidFill>
              </a:rPr>
              <a:t>후방 하부 다채널 GPR</a:t>
            </a:r>
            <a:endParaRPr lang="en-US" sz="1000" dirty="0"/>
          </a:p>
        </p:txBody>
      </p:sp>
      <p:sp>
        <p:nvSpPr>
          <p:cNvPr id="23" name="Text 19"/>
          <p:cNvSpPr txBox="1"/>
          <p:nvPr/>
        </p:nvSpPr>
        <p:spPr>
          <a:xfrm>
            <a:off x="576072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8 </a:t>
            </a:r>
            <a:pPr indent="0" marL="0">
              <a:buNone/>
            </a:pPr>
            <a:r>
              <a:rPr lang="en-US" sz="1000" dirty="0">
                <a:solidFill>
                  <a:srgbClr val="101828"/>
                </a:solidFill>
              </a:rPr>
              <a:t>루프 경광등·GNSS</a:t>
            </a:r>
            <a:endParaRPr lang="en-US" sz="100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5" name="Text 21"/>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2"/>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8" name="Text 24"/>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5"/>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1" name="Text 27"/>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8"/>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4" name="Text 30"/>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1"/>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sp>
      <p:sp>
        <p:nvSpPr>
          <p:cNvPr id="37" name="Text 33"/>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4"/>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5"/>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6"/>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7"/>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8"/>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39"/>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rear" descr="/Users/seohogyun/Documents/git_workspace/pv5-hose-lab/groundwatch/images/f_rear.jpg">    </p:cNvPr>
          <p:cNvPicPr>
            <a:picLocks noChangeAspect="1"/>
          </p:cNvPicPr>
          <p:nvPr/>
        </p:nvPicPr>
        <p:blipFill>
          <a:blip r:embed="rId1"/>
          <a:stretch>
            <a:fillRect/>
          </a:stretch>
        </p:blipFill>
        <p:spPr>
          <a:xfrm>
            <a:off x="6766560" y="1620622"/>
            <a:ext cx="5425135" cy="3616757"/>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2" descr="/Users/seohogyun/Documents/git_workspace/pv5-hose-lab/groundwatch/images/f_front2.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16.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2026-10-11T16:41:56Z</dcterms:created>
  <dcterms:modified xsi:type="dcterms:W3CDTF">2026-10-11T16:41:56Z</dcterms:modified>
</cp:coreProperties>
</file>