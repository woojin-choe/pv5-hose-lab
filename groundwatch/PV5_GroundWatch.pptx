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ebd51585-cebe-b26c-d191-9a2debd008e5}">
          <p14:sldIdLst>
            <p14:sldId id="256"/>
            <p14:sldId id="257"/>
            <p14:sldId id="258"/>
            <p14:sldId id="259"/>
            <p14:sldId id="260"/>
          </p14:sldIdLst>
        </p14:section>
        <p14:section name="운영 모델" id="{1fce2889-58f5-548b-270e-1bda39f737d8}">
          <p14:sldIdLst>
            <p14:sldId id="261"/>
            <p14:sldId id="262"/>
            <p14:sldId id="263"/>
            <p14:sldId id="264"/>
            <p14:sldId id="265"/>
            <p14:sldId id="266"/>
            <p14:sldId id="267"/>
            <p14:sldId id="268"/>
            <p14:sldId id="269"/>
            <p14:sldId id="270"/>
            <p14:sldId id="271"/>
            <p14:sldId id="272"/>
          </p14:sldIdLst>
        </p14:section>
        <p14:section name="확장" id="{577b0a1f-e140-577d-caed-d694dd33de0a}">
          <p14:sldIdLst>
            <p14:sldId id="273"/>
            <p14:sldId id="274"/>
            <p14:sldId id="275"/>
            <p14:sldId id="276"/>
            <p14:sldId id="277"/>
            <p14:sldId id="278"/>
          </p14:sldIdLst>
        </p14:section>
        <p14:section name="부록" id="{3f311152-7e3c-a640-1b75-6f58475cfb14}">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f_front_n" descr="/Users/seohogyun/Documents/git_workspace/pv5-hose-lab/groundwatch/images/f_front_n.jpg">    </p:cNvPr>
          <p:cNvPicPr>
            <a:picLocks noChangeAspect="1"/>
          </p:cNvPicPr>
          <p:nvPr/>
        </p:nvPicPr>
        <p:blipFill>
          <a:blip r:embed="rId1"/>
          <a:stretch>
            <a:fillRect/>
          </a:stretch>
        </p:blipFill>
        <p:spPr>
          <a:xfrm>
            <a:off x="6309619" y="1097280"/>
            <a:ext cx="5881816" cy="4663440"/>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1" name="Text 7"/>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우리의 목표</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f_front" descr="/Users/seohogyun/Documents/git_workspace/pv5-hose-lab/groundwatch/images/f_front.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f_int6" descr="/Users/seohogyun/Documents/git_workspace/pv5-hose-lab/groundwatch/images/f_int6.jpg">    </p:cNvPr>
          <p:cNvPicPr>
            <a:picLocks noChangeAspect="1"/>
          </p:cNvPicPr>
          <p:nvPr/>
        </p:nvPicPr>
        <p:blipFill>
          <a:blip r:embed="rId1"/>
          <a:stretch>
            <a:fillRect/>
          </a:stretch>
        </p:blipFill>
        <p:spPr>
          <a:xfrm>
            <a:off x="6766560" y="1098129"/>
            <a:ext cx="5425135" cy="4661741"/>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f_rear_n" descr="/Users/seohogyun/Documents/git_workspace/pv5-hose-lab/groundwatch/images/f_rear_n.jpg">    </p:cNvPr>
          <p:cNvPicPr>
            <a:picLocks noChangeAspect="1"/>
          </p:cNvPicPr>
          <p:nvPr/>
        </p:nvPicPr>
        <p:blipFill>
          <a:blip r:embed="rId1"/>
          <a:stretch>
            <a:fillRect/>
          </a:stretch>
        </p:blipFill>
        <p:spPr>
          <a:xfrm>
            <a:off x="4800600" y="1051560"/>
            <a:ext cx="6839712" cy="4562856"/>
          </a:xfrm>
          <a:prstGeom prst="rect">
            <a:avLst/>
          </a:prstGeom>
        </p:spPr>
      </p:pic>
      <p:sp>
        <p:nvSpPr>
          <p:cNvPr id="6" name="caption"/>
          <p:cNvSpPr txBox="1"/>
          <p:nvPr/>
        </p:nvSpPr>
        <p:spPr>
          <a:xfrm>
            <a:off x="4800600" y="5650992"/>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새벽 순찰 차량 구성(루프 랙·경광등·GNSS 안테나)</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f_int" descr="/Users/seohogyun/Documents/git_workspace/pv5-hose-lab/groundwatch/images/f_int.jpg">    </p:cNvPr>
          <p:cNvPicPr>
            <a:picLocks noChangeAspect="1"/>
          </p:cNvPicPr>
          <p:nvPr/>
        </p:nvPicPr>
        <p:blipFill>
          <a:blip r:embed="rId1"/>
          <a:stretch>
            <a:fillRect/>
          </a:stretch>
        </p:blipFill>
        <p:spPr>
          <a:xfrm>
            <a:off x="548640" y="1463040"/>
            <a:ext cx="4937760" cy="2779776"/>
          </a:xfrm>
          <a:prstGeom prst="rect">
            <a:avLst/>
          </a:prstGeom>
        </p:spPr>
      </p:pic>
      <p:sp>
        <p:nvSpPr>
          <p:cNvPr id="6" name="caption"/>
          <p:cNvSpPr txBox="1"/>
          <p:nvPr/>
        </p:nvSpPr>
        <p:spPr>
          <a:xfrm>
            <a:off x="548640" y="4279392"/>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카고룸 탐사실 구성(뒷문 개방)</a:t>
            </a:r>
            <a:endParaRPr lang="en-US" sz="950" dirty="0"/>
          </a:p>
        </p:txBody>
      </p:sp>
      <p:pic>
        <p:nvPicPr>
          <p:cNvPr id="7" name="f_gpr" descr="/Users/seohogyun/Documents/git_workspace/pv5-hose-lab/groundwatch/images/f_gpr.jpg">    </p:cNvPr>
          <p:cNvPicPr>
            <a:picLocks noChangeAspect="1"/>
          </p:cNvPicPr>
          <p:nvPr/>
        </p:nvPicPr>
        <p:blipFill>
          <a:blip r:embed="rId2"/>
          <a:stretch>
            <a:fillRect/>
          </a:stretch>
        </p:blipFill>
        <p:spPr>
          <a:xfrm>
            <a:off x="5623560" y="1463040"/>
            <a:ext cx="1874520" cy="2779776"/>
          </a:xfrm>
          <a:prstGeom prst="rect">
            <a:avLst/>
          </a:prstGeom>
        </p:spPr>
      </p:pic>
      <p:sp>
        <p:nvSpPr>
          <p:cNvPr id="8" name="caption"/>
          <p:cNvSpPr txBox="1"/>
          <p:nvPr/>
        </p:nvSpPr>
        <p:spPr>
          <a:xfrm>
            <a:off x="5623560" y="4279392"/>
            <a:ext cx="2743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후방 하부 다채널 GPR</a:t>
            </a:r>
            <a:endParaRPr lang="en-US" sz="950" dirty="0"/>
          </a:p>
        </p:txBody>
      </p:sp>
      <p:sp>
        <p:nvSpPr>
          <p:cNvPr id="9" name="pin"/>
          <p:cNvSpPr txBox="1"/>
          <p:nvPr/>
        </p:nvSpPr>
        <p:spPr>
          <a:xfrm>
            <a:off x="2311786" y="282498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0" name="pin"/>
          <p:cNvSpPr txBox="1"/>
          <p:nvPr/>
        </p:nvSpPr>
        <p:spPr>
          <a:xfrm>
            <a:off x="2662367" y="269711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1" name="pin"/>
          <p:cNvSpPr txBox="1"/>
          <p:nvPr/>
        </p:nvSpPr>
        <p:spPr>
          <a:xfrm>
            <a:off x="3324027" y="3411517"/>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2" name="pin"/>
          <p:cNvSpPr txBox="1"/>
          <p:nvPr/>
        </p:nvSpPr>
        <p:spPr>
          <a:xfrm>
            <a:off x="3324027" y="2474732"/>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3" name="pin"/>
          <p:cNvSpPr txBox="1"/>
          <p:nvPr/>
        </p:nvSpPr>
        <p:spPr>
          <a:xfrm>
            <a:off x="3669670" y="3558845"/>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14" name="pin"/>
          <p:cNvSpPr txBox="1"/>
          <p:nvPr/>
        </p:nvSpPr>
        <p:spPr>
          <a:xfrm>
            <a:off x="2909255" y="195213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15" name="pin"/>
          <p:cNvSpPr txBox="1"/>
          <p:nvPr/>
        </p:nvSpPr>
        <p:spPr>
          <a:xfrm>
            <a:off x="6339078" y="2919496"/>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16" name="Text 12"/>
          <p:cNvSpPr txBox="1"/>
          <p:nvPr/>
        </p:nvSpPr>
        <p:spPr>
          <a:xfrm>
            <a:off x="54864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1 </a:t>
            </a:r>
            <a:pPr indent="0" marL="0">
              <a:buNone/>
            </a:pPr>
            <a:r>
              <a:rPr lang="en-US" sz="1000" dirty="0">
                <a:solidFill>
                  <a:srgbClr val="101828"/>
                </a:solidFill>
              </a:rPr>
              <a:t>Edge Gateway·엣지 AI 랙</a:t>
            </a:r>
            <a:endParaRPr lang="en-US" sz="1000" dirty="0"/>
          </a:p>
        </p:txBody>
      </p:sp>
      <p:sp>
        <p:nvSpPr>
          <p:cNvPr id="17" name="Text 13"/>
          <p:cNvSpPr txBox="1"/>
          <p:nvPr/>
        </p:nvSpPr>
        <p:spPr>
          <a:xfrm>
            <a:off x="228600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2 </a:t>
            </a:r>
            <a:pPr indent="0" marL="0">
              <a:buNone/>
            </a:pPr>
            <a:r>
              <a:rPr lang="en-US" sz="1000" dirty="0">
                <a:solidFill>
                  <a:srgbClr val="101828"/>
                </a:solidFill>
              </a:rPr>
              <a:t>작업대·모니터</a:t>
            </a:r>
            <a:endParaRPr lang="en-US" sz="1000" dirty="0"/>
          </a:p>
        </p:txBody>
      </p:sp>
      <p:sp>
        <p:nvSpPr>
          <p:cNvPr id="18" name="Text 14"/>
          <p:cNvSpPr txBox="1"/>
          <p:nvPr/>
        </p:nvSpPr>
        <p:spPr>
          <a:xfrm>
            <a:off x="402336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3 </a:t>
            </a:r>
            <a:pPr indent="0" marL="0">
              <a:buNone/>
            </a:pPr>
            <a:r>
              <a:rPr lang="en-US" sz="1000" dirty="0">
                <a:solidFill>
                  <a:srgbClr val="101828"/>
                </a:solidFill>
              </a:rPr>
              <a:t>수동 GPR 카트(고정)</a:t>
            </a:r>
            <a:endParaRPr lang="en-US" sz="1000" dirty="0"/>
          </a:p>
        </p:txBody>
      </p:sp>
      <p:sp>
        <p:nvSpPr>
          <p:cNvPr id="19" name="Text 15"/>
          <p:cNvSpPr txBox="1"/>
          <p:nvPr/>
        </p:nvSpPr>
        <p:spPr>
          <a:xfrm>
            <a:off x="576072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4 </a:t>
            </a:r>
            <a:pPr indent="0" marL="0">
              <a:buNone/>
            </a:pPr>
            <a:r>
              <a:rPr lang="en-US" sz="1000" dirty="0">
                <a:solidFill>
                  <a:srgbClr val="101828"/>
                </a:solidFill>
              </a:rPr>
              <a:t>장비 수납장</a:t>
            </a:r>
            <a:endParaRPr lang="en-US" sz="1000" dirty="0"/>
          </a:p>
        </p:txBody>
      </p:sp>
      <p:sp>
        <p:nvSpPr>
          <p:cNvPr id="20" name="Text 16"/>
          <p:cNvSpPr txBox="1"/>
          <p:nvPr/>
        </p:nvSpPr>
        <p:spPr>
          <a:xfrm>
            <a:off x="54864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5 </a:t>
            </a:r>
            <a:pPr indent="0" marL="0">
              <a:buNone/>
            </a:pPr>
            <a:r>
              <a:rPr lang="en-US" sz="1000" dirty="0">
                <a:solidFill>
                  <a:srgbClr val="101828"/>
                </a:solidFill>
              </a:rPr>
              <a:t>라바콘·안전장비</a:t>
            </a:r>
            <a:endParaRPr lang="en-US" sz="1000" dirty="0"/>
          </a:p>
        </p:txBody>
      </p:sp>
      <p:sp>
        <p:nvSpPr>
          <p:cNvPr id="21" name="Text 17"/>
          <p:cNvSpPr txBox="1"/>
          <p:nvPr/>
        </p:nvSpPr>
        <p:spPr>
          <a:xfrm>
            <a:off x="228600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6 </a:t>
            </a:r>
            <a:pPr indent="0" marL="0">
              <a:buNone/>
            </a:pPr>
            <a:r>
              <a:rPr lang="en-US" sz="1000" dirty="0">
                <a:solidFill>
                  <a:srgbClr val="101828"/>
                </a:solidFill>
              </a:rPr>
              <a:t>작업 조명</a:t>
            </a:r>
            <a:endParaRPr lang="en-US" sz="1000" dirty="0"/>
          </a:p>
        </p:txBody>
      </p:sp>
      <p:sp>
        <p:nvSpPr>
          <p:cNvPr id="22" name="Text 18"/>
          <p:cNvSpPr txBox="1"/>
          <p:nvPr/>
        </p:nvSpPr>
        <p:spPr>
          <a:xfrm>
            <a:off x="402336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7 </a:t>
            </a:r>
            <a:pPr indent="0" marL="0">
              <a:buNone/>
            </a:pPr>
            <a:r>
              <a:rPr lang="en-US" sz="1000" dirty="0">
                <a:solidFill>
                  <a:srgbClr val="101828"/>
                </a:solidFill>
              </a:rPr>
              <a:t>후방 하부 다채널 GPR</a:t>
            </a:r>
            <a:endParaRPr lang="en-US" sz="1000" dirty="0"/>
          </a:p>
        </p:txBody>
      </p:sp>
      <p:sp>
        <p:nvSpPr>
          <p:cNvPr id="23" name="Text 19"/>
          <p:cNvSpPr txBox="1"/>
          <p:nvPr/>
        </p:nvSpPr>
        <p:spPr>
          <a:xfrm>
            <a:off x="576072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8 </a:t>
            </a:r>
            <a:pPr indent="0" marL="0">
              <a:buNone/>
            </a:pPr>
            <a:r>
              <a:rPr lang="en-US" sz="1000" dirty="0">
                <a:solidFill>
                  <a:srgbClr val="101828"/>
                </a:solidFill>
              </a:rPr>
              <a:t>루프 경광등·GNSS</a:t>
            </a:r>
            <a:endParaRPr lang="en-US" sz="1000" dirty="0"/>
          </a:p>
        </p:txBody>
      </p:sp>
      <p:sp>
        <p:nvSpPr>
          <p:cNvPr id="24"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5" name="Text 21"/>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6" name="Text 22"/>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27"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28" name="Text 24"/>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29" name="Text 25"/>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0"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1" name="Text 27"/>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2" name="Text 28"/>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3"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4" name="Text 30"/>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5" name="Text 31"/>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6" name="rule"/>
          <p:cNvSpPr/>
          <p:nvPr/>
        </p:nvSpPr>
        <p:spPr>
          <a:xfrm>
            <a:off x="7726680" y="4526280"/>
            <a:ext cx="3913632" cy="0"/>
          </a:xfrm>
          <a:prstGeom prst="line">
            <a:avLst/>
          </a:prstGeom>
          <a:noFill/>
          <a:ln w="12700">
            <a:solidFill>
              <a:srgbClr val="DCE1E8"/>
            </a:solidFill>
            <a:prstDash val="solid"/>
          </a:ln>
        </p:spPr>
      </p:sp>
      <p:sp>
        <p:nvSpPr>
          <p:cNvPr id="37" name="Text 33"/>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8" name="Text 34"/>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39" name="Text 35"/>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0" name="Text 36"/>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1" name="Text 37"/>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2" name="Text 38"/>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3" name="Text 39"/>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범례: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device" descr="/Users/seohogyun/Documents/git_workspace/pv5-hose-lab/groundwatch/images/ivi_devic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ev_drive" descr="/Users/seohogyun/Documents/git_workspace/pv5-hose-lab/groundwatch/images/ivi_dev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dev_stop" descr="/Users/seohogyun/Documents/git_workspace/pv5-hose-lab/groundwatch/images/ivi_dev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기준점 인식과 위치 보정 화면</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AR 재탐사 범위 안내 화면</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4206240" y="5852160"/>
            <a:ext cx="4023360" cy="0"/>
          </a:xfrm>
          <a:prstGeom prst="line">
            <a:avLst/>
          </a:prstGeom>
          <a:noFill/>
          <a:ln w="25400">
            <a:solidFill>
              <a:srgbClr val="F5B400"/>
            </a:solidFill>
            <a:prstDash val="solid"/>
          </a:ln>
        </p:spPr>
      </p:sp>
      <p:sp>
        <p:nvSpPr>
          <p:cNvPr id="27" name="arrow"/>
          <p:cNvSpPr/>
          <p:nvPr/>
        </p:nvSpPr>
        <p:spPr>
          <a:xfrm flipV="1">
            <a:off x="4206240" y="5440680"/>
            <a:ext cx="914" cy="411480"/>
          </a:xfrm>
          <a:prstGeom prst="line">
            <a:avLst/>
          </a:prstGeom>
          <a:noFill/>
          <a:ln w="25400">
            <a:solidFill>
              <a:srgbClr val="F5B400"/>
            </a:solidFill>
            <a:prstDash val="solid"/>
            <a:tailEnd type="triangle"/>
          </a:ln>
        </p:spPr>
      </p:sp>
      <p:sp>
        <p:nvSpPr>
          <p:cNvPr id="28" name="Text 25"/>
          <p:cNvSpPr txBox="1"/>
          <p:nvPr/>
        </p:nvSpPr>
        <p:spPr>
          <a:xfrm>
            <a:off x="4206240" y="5897880"/>
            <a:ext cx="402336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f_rear" descr="/Users/seohogyun/Documents/git_workspace/pv5-hose-lab/groundwatch/images/f_rear.jpg">    </p:cNvPr>
          <p:cNvPicPr>
            <a:picLocks noChangeAspect="1"/>
          </p:cNvPicPr>
          <p:nvPr/>
        </p:nvPicPr>
        <p:blipFill>
          <a:blip r:embed="rId1"/>
          <a:stretch>
            <a:fillRect/>
          </a:stretch>
        </p:blipFill>
        <p:spPr>
          <a:xfrm>
            <a:off x="6766560" y="1098129"/>
            <a:ext cx="5425135" cy="4661741"/>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f_front2" descr="/Users/seohogyun/Documents/git_workspace/pv5-hose-lab/groundwatch/images/f_front2.jpg">    </p:cNvPr>
          <p:cNvPicPr>
            <a:picLocks noChangeAspect="1"/>
          </p:cNvPicPr>
          <p:nvPr/>
        </p:nvPicPr>
        <p:blipFill>
          <a:blip r:embed="rId1"/>
          <a:stretch>
            <a:fillRect/>
          </a:stretch>
        </p:blipFill>
        <p:spPr>
          <a:xfrm>
            <a:off x="6309619" y="1097280"/>
            <a:ext cx="5881816" cy="4663440"/>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16.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
  <cp:lastModifiedBy/>
  <cp:revision>1</cp:revision>
  <dcterms:created xsi:type="dcterms:W3CDTF">2026-10-11T18:51:49Z</dcterms:created>
  <dcterms:modified xsi:type="dcterms:W3CDTF">2026-10-11T18:51:49Z</dcterms:modified>
</cp:coreProperties>
</file>